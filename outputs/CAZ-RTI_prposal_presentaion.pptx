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8" r:id="rId5"/>
    <p:sldId id="293" r:id="rId6"/>
    <p:sldId id="317" r:id="rId7"/>
    <p:sldId id="318" r:id="rId8"/>
    <p:sldId id="320" r:id="rId9"/>
    <p:sldId id="295" r:id="rId10"/>
    <p:sldId id="321" r:id="rId11"/>
    <p:sldId id="303" r:id="rId12"/>
    <p:sldId id="314" r:id="rId13"/>
    <p:sldId id="306" r:id="rId14"/>
    <p:sldId id="316" r:id="rId15"/>
    <p:sldId id="302" r:id="rId16"/>
    <p:sldId id="308" r:id="rId17"/>
    <p:sldId id="311" r:id="rId18"/>
    <p:sldId id="322" r:id="rId19"/>
    <p:sldId id="323" r:id="rId20"/>
    <p:sldId id="313" r:id="rId21"/>
    <p:sldId id="301" r:id="rId22"/>
  </p:sldIdLst>
  <p:sldSz cx="12192000" cy="6858000"/>
  <p:notesSz cx="6858000" cy="9144000"/>
  <p:defaultTextStyle>
    <a:defPPr>
      <a:defRPr lang="en-US"/>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7DC"/>
    <a:srgbClr val="F8F3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24D99D-4E56-40A4-8D28-358AFE65F8E4}" v="89" dt="2026-03-19T17:58:34.234"/>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p:scale>
          <a:sx n="95" d="100"/>
          <a:sy n="95" d="100"/>
        </p:scale>
        <p:origin x="1194" y="300"/>
      </p:cViewPr>
      <p:guideLst>
        <p:guide orient="horz" pos="2160"/>
        <p:guide pos="3840"/>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khatib, Ahmad" userId="63d75e15-9614-4d44-8874-114c37104e36" providerId="ADAL" clId="{6B18B296-FDF3-4AB2-87CE-38C347CC968D}"/>
    <pc:docChg chg="undo custSel addSld delSld modSld sldOrd">
      <pc:chgData name="Alkhatib, Ahmad" userId="63d75e15-9614-4d44-8874-114c37104e36" providerId="ADAL" clId="{6B18B296-FDF3-4AB2-87CE-38C347CC968D}" dt="2026-03-19T17:58:34.234" v="2678"/>
      <pc:docMkLst>
        <pc:docMk/>
      </pc:docMkLst>
      <pc:sldChg chg="modSp mod">
        <pc:chgData name="Alkhatib, Ahmad" userId="63d75e15-9614-4d44-8874-114c37104e36" providerId="ADAL" clId="{6B18B296-FDF3-4AB2-87CE-38C347CC968D}" dt="2026-03-19T11:32:45.782" v="364" actId="20577"/>
        <pc:sldMkLst>
          <pc:docMk/>
          <pc:sldMk cId="3035115975" sldId="258"/>
        </pc:sldMkLst>
        <pc:spChg chg="mod">
          <ac:chgData name="Alkhatib, Ahmad" userId="63d75e15-9614-4d44-8874-114c37104e36" providerId="ADAL" clId="{6B18B296-FDF3-4AB2-87CE-38C347CC968D}" dt="2026-03-19T11:32:45.782" v="364" actId="20577"/>
          <ac:spMkLst>
            <pc:docMk/>
            <pc:sldMk cId="3035115975" sldId="258"/>
            <ac:spMk id="2" creationId="{60380337-D626-AC7B-5E8D-3144BB486543}"/>
          </ac:spMkLst>
        </pc:spChg>
      </pc:sldChg>
      <pc:sldChg chg="modSp mod">
        <pc:chgData name="Alkhatib, Ahmad" userId="63d75e15-9614-4d44-8874-114c37104e36" providerId="ADAL" clId="{6B18B296-FDF3-4AB2-87CE-38C347CC968D}" dt="2026-03-19T17:11:01.072" v="2304" actId="20577"/>
        <pc:sldMkLst>
          <pc:docMk/>
          <pc:sldMk cId="2602109094" sldId="293"/>
        </pc:sldMkLst>
        <pc:graphicFrameChg chg="modGraphic">
          <ac:chgData name="Alkhatib, Ahmad" userId="63d75e15-9614-4d44-8874-114c37104e36" providerId="ADAL" clId="{6B18B296-FDF3-4AB2-87CE-38C347CC968D}" dt="2026-03-19T17:11:01.072" v="2304" actId="20577"/>
          <ac:graphicFrameMkLst>
            <pc:docMk/>
            <pc:sldMk cId="2602109094" sldId="293"/>
            <ac:graphicFrameMk id="4" creationId="{FCB2DFB2-18C6-68B5-3F50-9C4AF273C9A6}"/>
          </ac:graphicFrameMkLst>
        </pc:graphicFrameChg>
      </pc:sldChg>
      <pc:sldChg chg="modSp mod ord">
        <pc:chgData name="Alkhatib, Ahmad" userId="63d75e15-9614-4d44-8874-114c37104e36" providerId="ADAL" clId="{6B18B296-FDF3-4AB2-87CE-38C347CC968D}" dt="2026-03-19T13:58:18.906" v="1533" actId="20577"/>
        <pc:sldMkLst>
          <pc:docMk/>
          <pc:sldMk cId="3031389964" sldId="295"/>
        </pc:sldMkLst>
        <pc:spChg chg="mod">
          <ac:chgData name="Alkhatib, Ahmad" userId="63d75e15-9614-4d44-8874-114c37104e36" providerId="ADAL" clId="{6B18B296-FDF3-4AB2-87CE-38C347CC968D}" dt="2026-03-19T11:56:43.978" v="435" actId="20577"/>
          <ac:spMkLst>
            <pc:docMk/>
            <pc:sldMk cId="3031389964" sldId="295"/>
            <ac:spMk id="2" creationId="{883D3A5B-2471-7FC5-5E83-992CEC6CD69E}"/>
          </ac:spMkLst>
        </pc:spChg>
        <pc:spChg chg="mod">
          <ac:chgData name="Alkhatib, Ahmad" userId="63d75e15-9614-4d44-8874-114c37104e36" providerId="ADAL" clId="{6B18B296-FDF3-4AB2-87CE-38C347CC968D}" dt="2026-03-19T13:58:18.906" v="1533" actId="20577"/>
          <ac:spMkLst>
            <pc:docMk/>
            <pc:sldMk cId="3031389964" sldId="295"/>
            <ac:spMk id="3" creationId="{11F22D0D-3D5B-BCDE-BCBB-D71A84E5DA0D}"/>
          </ac:spMkLst>
        </pc:spChg>
        <pc:spChg chg="mod">
          <ac:chgData name="Alkhatib, Ahmad" userId="63d75e15-9614-4d44-8874-114c37104e36" providerId="ADAL" clId="{6B18B296-FDF3-4AB2-87CE-38C347CC968D}" dt="2026-03-19T13:26:30.703" v="771" actId="20577"/>
          <ac:spMkLst>
            <pc:docMk/>
            <pc:sldMk cId="3031389964" sldId="295"/>
            <ac:spMk id="4" creationId="{B15ACDF4-426F-F7B9-3138-F5071F3516B6}"/>
          </ac:spMkLst>
        </pc:spChg>
      </pc:sldChg>
      <pc:sldChg chg="modSp mod ord">
        <pc:chgData name="Alkhatib, Ahmad" userId="63d75e15-9614-4d44-8874-114c37104e36" providerId="ADAL" clId="{6B18B296-FDF3-4AB2-87CE-38C347CC968D}" dt="2026-03-19T17:54:12.021" v="2626"/>
        <pc:sldMkLst>
          <pc:docMk/>
          <pc:sldMk cId="397780918" sldId="302"/>
        </pc:sldMkLst>
        <pc:spChg chg="mod">
          <ac:chgData name="Alkhatib, Ahmad" userId="63d75e15-9614-4d44-8874-114c37104e36" providerId="ADAL" clId="{6B18B296-FDF3-4AB2-87CE-38C347CC968D}" dt="2026-03-19T14:44:11.043" v="1826" actId="20577"/>
          <ac:spMkLst>
            <pc:docMk/>
            <pc:sldMk cId="397780918" sldId="302"/>
            <ac:spMk id="3" creationId="{8F5EB72B-AABE-1CDF-9C31-5AB04B7FBAB4}"/>
          </ac:spMkLst>
        </pc:spChg>
      </pc:sldChg>
      <pc:sldChg chg="modSp mod ord">
        <pc:chgData name="Alkhatib, Ahmad" userId="63d75e15-9614-4d44-8874-114c37104e36" providerId="ADAL" clId="{6B18B296-FDF3-4AB2-87CE-38C347CC968D}" dt="2026-03-19T17:21:49.577" v="2343" actId="20577"/>
        <pc:sldMkLst>
          <pc:docMk/>
          <pc:sldMk cId="1646956423" sldId="303"/>
        </pc:sldMkLst>
        <pc:spChg chg="mod">
          <ac:chgData name="Alkhatib, Ahmad" userId="63d75e15-9614-4d44-8874-114c37104e36" providerId="ADAL" clId="{6B18B296-FDF3-4AB2-87CE-38C347CC968D}" dt="2026-03-19T15:51:33.066" v="2037" actId="20577"/>
          <ac:spMkLst>
            <pc:docMk/>
            <pc:sldMk cId="1646956423" sldId="303"/>
            <ac:spMk id="2" creationId="{FB40EF0E-3F5D-28E4-1EDF-667F8C01F714}"/>
          </ac:spMkLst>
        </pc:spChg>
        <pc:spChg chg="mod">
          <ac:chgData name="Alkhatib, Ahmad" userId="63d75e15-9614-4d44-8874-114c37104e36" providerId="ADAL" clId="{6B18B296-FDF3-4AB2-87CE-38C347CC968D}" dt="2026-03-19T17:21:49.577" v="2343" actId="20577"/>
          <ac:spMkLst>
            <pc:docMk/>
            <pc:sldMk cId="1646956423" sldId="303"/>
            <ac:spMk id="3" creationId="{EAD3D7B7-0DC3-0DDF-F627-2183BB746CDB}"/>
          </ac:spMkLst>
        </pc:spChg>
      </pc:sldChg>
      <pc:sldChg chg="modSp del mod ord">
        <pc:chgData name="Alkhatib, Ahmad" userId="63d75e15-9614-4d44-8874-114c37104e36" providerId="ADAL" clId="{6B18B296-FDF3-4AB2-87CE-38C347CC968D}" dt="2026-03-19T14:53:21.610" v="1858" actId="47"/>
        <pc:sldMkLst>
          <pc:docMk/>
          <pc:sldMk cId="1017841097" sldId="304"/>
        </pc:sldMkLst>
        <pc:spChg chg="mod">
          <ac:chgData name="Alkhatib, Ahmad" userId="63d75e15-9614-4d44-8874-114c37104e36" providerId="ADAL" clId="{6B18B296-FDF3-4AB2-87CE-38C347CC968D}" dt="2026-03-19T14:07:36.174" v="1704" actId="790"/>
          <ac:spMkLst>
            <pc:docMk/>
            <pc:sldMk cId="1017841097" sldId="304"/>
            <ac:spMk id="2" creationId="{911BF792-755F-1FC7-C94C-1F37E3D22364}"/>
          </ac:spMkLst>
        </pc:spChg>
        <pc:spChg chg="mod">
          <ac:chgData name="Alkhatib, Ahmad" userId="63d75e15-9614-4d44-8874-114c37104e36" providerId="ADAL" clId="{6B18B296-FDF3-4AB2-87CE-38C347CC968D}" dt="2026-03-19T14:51:50.470" v="1851" actId="21"/>
          <ac:spMkLst>
            <pc:docMk/>
            <pc:sldMk cId="1017841097" sldId="304"/>
            <ac:spMk id="3" creationId="{EF517B09-D07E-C43B-4031-9961AB9BACDD}"/>
          </ac:spMkLst>
        </pc:spChg>
        <pc:spChg chg="mod">
          <ac:chgData name="Alkhatib, Ahmad" userId="63d75e15-9614-4d44-8874-114c37104e36" providerId="ADAL" clId="{6B18B296-FDF3-4AB2-87CE-38C347CC968D}" dt="2026-03-19T14:07:36.174" v="1704" actId="790"/>
          <ac:spMkLst>
            <pc:docMk/>
            <pc:sldMk cId="1017841097" sldId="304"/>
            <ac:spMk id="4" creationId="{27257410-B90A-0643-DD38-5C95CBDB5FD0}"/>
          </ac:spMkLst>
        </pc:spChg>
        <pc:spChg chg="mod">
          <ac:chgData name="Alkhatib, Ahmad" userId="63d75e15-9614-4d44-8874-114c37104e36" providerId="ADAL" clId="{6B18B296-FDF3-4AB2-87CE-38C347CC968D}" dt="2026-03-19T14:07:36.174" v="1704" actId="790"/>
          <ac:spMkLst>
            <pc:docMk/>
            <pc:sldMk cId="1017841097" sldId="304"/>
            <ac:spMk id="5" creationId="{70E0F24D-5741-4F9A-7240-69FC407219EE}"/>
          </ac:spMkLst>
        </pc:spChg>
        <pc:spChg chg="mod">
          <ac:chgData name="Alkhatib, Ahmad" userId="63d75e15-9614-4d44-8874-114c37104e36" providerId="ADAL" clId="{6B18B296-FDF3-4AB2-87CE-38C347CC968D}" dt="2026-03-19T14:07:36.174" v="1704" actId="790"/>
          <ac:spMkLst>
            <pc:docMk/>
            <pc:sldMk cId="1017841097" sldId="304"/>
            <ac:spMk id="6" creationId="{12CB7C92-E511-F4CA-B5F1-713DC7B32998}"/>
          </ac:spMkLst>
        </pc:spChg>
        <pc:spChg chg="mod">
          <ac:chgData name="Alkhatib, Ahmad" userId="63d75e15-9614-4d44-8874-114c37104e36" providerId="ADAL" clId="{6B18B296-FDF3-4AB2-87CE-38C347CC968D}" dt="2026-03-19T14:07:36.174" v="1704" actId="790"/>
          <ac:spMkLst>
            <pc:docMk/>
            <pc:sldMk cId="1017841097" sldId="304"/>
            <ac:spMk id="7" creationId="{9AAC6217-B281-9611-E0AE-A5DA0B8718EE}"/>
          </ac:spMkLst>
        </pc:spChg>
      </pc:sldChg>
      <pc:sldChg chg="del ord">
        <pc:chgData name="Alkhatib, Ahmad" userId="63d75e15-9614-4d44-8874-114c37104e36" providerId="ADAL" clId="{6B18B296-FDF3-4AB2-87CE-38C347CC968D}" dt="2026-03-19T14:43:47.214" v="1812" actId="47"/>
        <pc:sldMkLst>
          <pc:docMk/>
          <pc:sldMk cId="3240524375" sldId="305"/>
        </pc:sldMkLst>
      </pc:sldChg>
      <pc:sldChg chg="del">
        <pc:chgData name="Alkhatib, Ahmad" userId="63d75e15-9614-4d44-8874-114c37104e36" providerId="ADAL" clId="{6B18B296-FDF3-4AB2-87CE-38C347CC968D}" dt="2026-03-19T14:08:18.010" v="1705" actId="47"/>
        <pc:sldMkLst>
          <pc:docMk/>
          <pc:sldMk cId="3120066182" sldId="307"/>
        </pc:sldMkLst>
      </pc:sldChg>
      <pc:sldChg chg="addSp delSp modSp mod">
        <pc:chgData name="Alkhatib, Ahmad" userId="63d75e15-9614-4d44-8874-114c37104e36" providerId="ADAL" clId="{6B18B296-FDF3-4AB2-87CE-38C347CC968D}" dt="2026-03-19T17:54:44.132" v="2631" actId="113"/>
        <pc:sldMkLst>
          <pc:docMk/>
          <pc:sldMk cId="2019069694" sldId="308"/>
        </pc:sldMkLst>
        <pc:spChg chg="add del mod">
          <ac:chgData name="Alkhatib, Ahmad" userId="63d75e15-9614-4d44-8874-114c37104e36" providerId="ADAL" clId="{6B18B296-FDF3-4AB2-87CE-38C347CC968D}" dt="2026-03-19T17:54:44.132" v="2631" actId="113"/>
          <ac:spMkLst>
            <pc:docMk/>
            <pc:sldMk cId="2019069694" sldId="308"/>
            <ac:spMk id="3" creationId="{32502507-D24E-B702-6E6F-08B73F21C45D}"/>
          </ac:spMkLst>
        </pc:spChg>
        <pc:spChg chg="add mod">
          <ac:chgData name="Alkhatib, Ahmad" userId="63d75e15-9614-4d44-8874-114c37104e36" providerId="ADAL" clId="{6B18B296-FDF3-4AB2-87CE-38C347CC968D}" dt="2026-03-19T17:47:05.364" v="2583"/>
          <ac:spMkLst>
            <pc:docMk/>
            <pc:sldMk cId="2019069694" sldId="308"/>
            <ac:spMk id="8" creationId="{09D48281-9F03-A9F2-63E4-B93B5B048029}"/>
          </ac:spMkLst>
        </pc:spChg>
      </pc:sldChg>
      <pc:sldChg chg="modSp del mod ord">
        <pc:chgData name="Alkhatib, Ahmad" userId="63d75e15-9614-4d44-8874-114c37104e36" providerId="ADAL" clId="{6B18B296-FDF3-4AB2-87CE-38C347CC968D}" dt="2026-03-19T15:52:09.630" v="2041" actId="47"/>
        <pc:sldMkLst>
          <pc:docMk/>
          <pc:sldMk cId="203065379" sldId="309"/>
        </pc:sldMkLst>
        <pc:spChg chg="mod">
          <ac:chgData name="Alkhatib, Ahmad" userId="63d75e15-9614-4d44-8874-114c37104e36" providerId="ADAL" clId="{6B18B296-FDF3-4AB2-87CE-38C347CC968D}" dt="2026-03-19T15:39:03.567" v="1942" actId="21"/>
          <ac:spMkLst>
            <pc:docMk/>
            <pc:sldMk cId="203065379" sldId="309"/>
            <ac:spMk id="3" creationId="{995C7B33-5421-76F6-968B-4908C5AE0179}"/>
          </ac:spMkLst>
        </pc:spChg>
      </pc:sldChg>
      <pc:sldChg chg="modSp del mod">
        <pc:chgData name="Alkhatib, Ahmad" userId="63d75e15-9614-4d44-8874-114c37104e36" providerId="ADAL" clId="{6B18B296-FDF3-4AB2-87CE-38C347CC968D}" dt="2026-03-19T14:50:07.794" v="1848" actId="47"/>
        <pc:sldMkLst>
          <pc:docMk/>
          <pc:sldMk cId="2289680429" sldId="310"/>
        </pc:sldMkLst>
        <pc:spChg chg="mod">
          <ac:chgData name="Alkhatib, Ahmad" userId="63d75e15-9614-4d44-8874-114c37104e36" providerId="ADAL" clId="{6B18B296-FDF3-4AB2-87CE-38C347CC968D}" dt="2026-03-19T14:48:53.043" v="1844" actId="21"/>
          <ac:spMkLst>
            <pc:docMk/>
            <pc:sldMk cId="2289680429" sldId="310"/>
            <ac:spMk id="3" creationId="{D605902B-32D8-9CC9-9D94-BE3DFFCF8917}"/>
          </ac:spMkLst>
        </pc:spChg>
      </pc:sldChg>
      <pc:sldChg chg="modSp mod">
        <pc:chgData name="Alkhatib, Ahmad" userId="63d75e15-9614-4d44-8874-114c37104e36" providerId="ADAL" clId="{6B18B296-FDF3-4AB2-87CE-38C347CC968D}" dt="2026-03-19T17:50:12.896" v="2604" actId="20577"/>
        <pc:sldMkLst>
          <pc:docMk/>
          <pc:sldMk cId="1180248871" sldId="311"/>
        </pc:sldMkLst>
        <pc:spChg chg="mod">
          <ac:chgData name="Alkhatib, Ahmad" userId="63d75e15-9614-4d44-8874-114c37104e36" providerId="ADAL" clId="{6B18B296-FDF3-4AB2-87CE-38C347CC968D}" dt="2026-03-19T17:50:12.896" v="2604" actId="20577"/>
          <ac:spMkLst>
            <pc:docMk/>
            <pc:sldMk cId="1180248871" sldId="311"/>
            <ac:spMk id="3" creationId="{FBD93FC1-EB34-CDFF-019A-0C296A25A3AE}"/>
          </ac:spMkLst>
        </pc:spChg>
        <pc:spChg chg="mod">
          <ac:chgData name="Alkhatib, Ahmad" userId="63d75e15-9614-4d44-8874-114c37104e36" providerId="ADAL" clId="{6B18B296-FDF3-4AB2-87CE-38C347CC968D}" dt="2026-03-19T17:50:06.711" v="2602" actId="20578"/>
          <ac:spMkLst>
            <pc:docMk/>
            <pc:sldMk cId="1180248871" sldId="311"/>
            <ac:spMk id="7" creationId="{9D5AA54C-A5C1-53E2-8426-379FBF364F8E}"/>
          </ac:spMkLst>
        </pc:spChg>
      </pc:sldChg>
      <pc:sldChg chg="modSp del mod">
        <pc:chgData name="Alkhatib, Ahmad" userId="63d75e15-9614-4d44-8874-114c37104e36" providerId="ADAL" clId="{6B18B296-FDF3-4AB2-87CE-38C347CC968D}" dt="2026-03-19T14:54:15.377" v="1860" actId="47"/>
        <pc:sldMkLst>
          <pc:docMk/>
          <pc:sldMk cId="1112919661" sldId="312"/>
        </pc:sldMkLst>
        <pc:spChg chg="mod">
          <ac:chgData name="Alkhatib, Ahmad" userId="63d75e15-9614-4d44-8874-114c37104e36" providerId="ADAL" clId="{6B18B296-FDF3-4AB2-87CE-38C347CC968D}" dt="2026-03-19T14:54:13.569" v="1859" actId="21"/>
          <ac:spMkLst>
            <pc:docMk/>
            <pc:sldMk cId="1112919661" sldId="312"/>
            <ac:spMk id="3" creationId="{A8DF1600-9930-C449-A6C4-8EB29790CABC}"/>
          </ac:spMkLst>
        </pc:spChg>
      </pc:sldChg>
      <pc:sldChg chg="addSp delSp modSp mod ord">
        <pc:chgData name="Alkhatib, Ahmad" userId="63d75e15-9614-4d44-8874-114c37104e36" providerId="ADAL" clId="{6B18B296-FDF3-4AB2-87CE-38C347CC968D}" dt="2026-03-19T17:57:27.706" v="2666" actId="478"/>
        <pc:sldMkLst>
          <pc:docMk/>
          <pc:sldMk cId="4058576063" sldId="313"/>
        </pc:sldMkLst>
        <pc:spChg chg="mod">
          <ac:chgData name="Alkhatib, Ahmad" userId="63d75e15-9614-4d44-8874-114c37104e36" providerId="ADAL" clId="{6B18B296-FDF3-4AB2-87CE-38C347CC968D}" dt="2026-03-19T17:31:21.439" v="2481" actId="20577"/>
          <ac:spMkLst>
            <pc:docMk/>
            <pc:sldMk cId="4058576063" sldId="313"/>
            <ac:spMk id="3" creationId="{59B66A83-EADD-6930-D94E-082E4368BD55}"/>
          </ac:spMkLst>
        </pc:spChg>
        <pc:spChg chg="del">
          <ac:chgData name="Alkhatib, Ahmad" userId="63d75e15-9614-4d44-8874-114c37104e36" providerId="ADAL" clId="{6B18B296-FDF3-4AB2-87CE-38C347CC968D}" dt="2026-03-19T17:57:27.706" v="2666" actId="478"/>
          <ac:spMkLst>
            <pc:docMk/>
            <pc:sldMk cId="4058576063" sldId="313"/>
            <ac:spMk id="7" creationId="{64E06258-4FFE-8CE5-783D-49919253CA90}"/>
          </ac:spMkLst>
        </pc:spChg>
        <pc:spChg chg="mod">
          <ac:chgData name="Alkhatib, Ahmad" userId="63d75e15-9614-4d44-8874-114c37104e36" providerId="ADAL" clId="{6B18B296-FDF3-4AB2-87CE-38C347CC968D}" dt="2026-03-19T17:30:51.055" v="2384" actId="20577"/>
          <ac:spMkLst>
            <pc:docMk/>
            <pc:sldMk cId="4058576063" sldId="313"/>
            <ac:spMk id="9" creationId="{C7CB8C67-8B38-88B2-C94D-0833E09368DE}"/>
          </ac:spMkLst>
        </pc:spChg>
        <pc:cxnChg chg="add del mod">
          <ac:chgData name="Alkhatib, Ahmad" userId="63d75e15-9614-4d44-8874-114c37104e36" providerId="ADAL" clId="{6B18B296-FDF3-4AB2-87CE-38C347CC968D}" dt="2026-03-19T17:26:05.983" v="2351" actId="478"/>
          <ac:cxnSpMkLst>
            <pc:docMk/>
            <pc:sldMk cId="4058576063" sldId="313"/>
            <ac:cxnSpMk id="10" creationId="{8BC13B2A-673D-F959-1464-B801C8DAC995}"/>
          </ac:cxnSpMkLst>
        </pc:cxnChg>
        <pc:cxnChg chg="add del">
          <ac:chgData name="Alkhatib, Ahmad" userId="63d75e15-9614-4d44-8874-114c37104e36" providerId="ADAL" clId="{6B18B296-FDF3-4AB2-87CE-38C347CC968D}" dt="2026-03-19T17:26:03.474" v="2350" actId="478"/>
          <ac:cxnSpMkLst>
            <pc:docMk/>
            <pc:sldMk cId="4058576063" sldId="313"/>
            <ac:cxnSpMk id="14" creationId="{7C5215A7-C06D-D9CE-109D-41D0F588F46C}"/>
          </ac:cxnSpMkLst>
        </pc:cxnChg>
        <pc:cxnChg chg="add mod">
          <ac:chgData name="Alkhatib, Ahmad" userId="63d75e15-9614-4d44-8874-114c37104e36" providerId="ADAL" clId="{6B18B296-FDF3-4AB2-87CE-38C347CC968D}" dt="2026-03-19T17:30:24.534" v="2358" actId="17032"/>
          <ac:cxnSpMkLst>
            <pc:docMk/>
            <pc:sldMk cId="4058576063" sldId="313"/>
            <ac:cxnSpMk id="16" creationId="{A9F21233-AF96-8BD7-2EFA-45DC901E242B}"/>
          </ac:cxnSpMkLst>
        </pc:cxnChg>
      </pc:sldChg>
      <pc:sldChg chg="addSp modSp mod">
        <pc:chgData name="Alkhatib, Ahmad" userId="63d75e15-9614-4d44-8874-114c37104e36" providerId="ADAL" clId="{6B18B296-FDF3-4AB2-87CE-38C347CC968D}" dt="2026-03-19T17:58:34.234" v="2678"/>
        <pc:sldMkLst>
          <pc:docMk/>
          <pc:sldMk cId="479065069" sldId="314"/>
        </pc:sldMkLst>
        <pc:spChg chg="mod">
          <ac:chgData name="Alkhatib, Ahmad" userId="63d75e15-9614-4d44-8874-114c37104e36" providerId="ADAL" clId="{6B18B296-FDF3-4AB2-87CE-38C347CC968D}" dt="2026-03-19T16:56:56.760" v="2195" actId="20577"/>
          <ac:spMkLst>
            <pc:docMk/>
            <pc:sldMk cId="479065069" sldId="314"/>
            <ac:spMk id="3" creationId="{918A8FB8-35A0-72EC-DE3D-B5BCE9FF02C1}"/>
          </ac:spMkLst>
        </pc:spChg>
        <pc:spChg chg="mod">
          <ac:chgData name="Alkhatib, Ahmad" userId="63d75e15-9614-4d44-8874-114c37104e36" providerId="ADAL" clId="{6B18B296-FDF3-4AB2-87CE-38C347CC968D}" dt="2026-03-19T17:58:34.234" v="2678"/>
          <ac:spMkLst>
            <pc:docMk/>
            <pc:sldMk cId="479065069" sldId="314"/>
            <ac:spMk id="7" creationId="{0FDE0A66-9504-77BD-AFF4-ACA7EDC4F791}"/>
          </ac:spMkLst>
        </pc:spChg>
        <pc:spChg chg="add">
          <ac:chgData name="Alkhatib, Ahmad" userId="63d75e15-9614-4d44-8874-114c37104e36" providerId="ADAL" clId="{6B18B296-FDF3-4AB2-87CE-38C347CC968D}" dt="2026-03-19T16:00:52.247" v="2141"/>
          <ac:spMkLst>
            <pc:docMk/>
            <pc:sldMk cId="479065069" sldId="314"/>
            <ac:spMk id="8" creationId="{EF4E3485-6E02-5C36-87CD-8232FB5FB020}"/>
          </ac:spMkLst>
        </pc:spChg>
        <pc:spChg chg="add">
          <ac:chgData name="Alkhatib, Ahmad" userId="63d75e15-9614-4d44-8874-114c37104e36" providerId="ADAL" clId="{6B18B296-FDF3-4AB2-87CE-38C347CC968D}" dt="2026-03-19T16:03:37.281" v="2177"/>
          <ac:spMkLst>
            <pc:docMk/>
            <pc:sldMk cId="479065069" sldId="314"/>
            <ac:spMk id="9" creationId="{FA71FF0B-6427-C93E-4789-9551F9E4B294}"/>
          </ac:spMkLst>
        </pc:spChg>
      </pc:sldChg>
      <pc:sldChg chg="modSp del mod">
        <pc:chgData name="Alkhatib, Ahmad" userId="63d75e15-9614-4d44-8874-114c37104e36" providerId="ADAL" clId="{6B18B296-FDF3-4AB2-87CE-38C347CC968D}" dt="2026-03-19T14:07:26.963" v="1703" actId="47"/>
        <pc:sldMkLst>
          <pc:docMk/>
          <pc:sldMk cId="3670166852" sldId="315"/>
        </pc:sldMkLst>
        <pc:spChg chg="mod">
          <ac:chgData name="Alkhatib, Ahmad" userId="63d75e15-9614-4d44-8874-114c37104e36" providerId="ADAL" clId="{6B18B296-FDF3-4AB2-87CE-38C347CC968D}" dt="2026-03-19T12:02:24.122" v="558"/>
          <ac:spMkLst>
            <pc:docMk/>
            <pc:sldMk cId="3670166852" sldId="315"/>
            <ac:spMk id="3" creationId="{030E3F05-F22D-6336-37B3-DF061303CFEB}"/>
          </ac:spMkLst>
        </pc:spChg>
        <pc:spChg chg="mod">
          <ac:chgData name="Alkhatib, Ahmad" userId="63d75e15-9614-4d44-8874-114c37104e36" providerId="ADAL" clId="{6B18B296-FDF3-4AB2-87CE-38C347CC968D}" dt="2026-03-19T12:02:21.824" v="557" actId="20577"/>
          <ac:spMkLst>
            <pc:docMk/>
            <pc:sldMk cId="3670166852" sldId="315"/>
            <ac:spMk id="7" creationId="{4DC3E066-782F-C7AB-1073-0D3E416EE75F}"/>
          </ac:spMkLst>
        </pc:spChg>
      </pc:sldChg>
      <pc:sldChg chg="modSp mod ord">
        <pc:chgData name="Alkhatib, Ahmad" userId="63d75e15-9614-4d44-8874-114c37104e36" providerId="ADAL" clId="{6B18B296-FDF3-4AB2-87CE-38C347CC968D}" dt="2026-03-19T16:57:48.954" v="2199"/>
        <pc:sldMkLst>
          <pc:docMk/>
          <pc:sldMk cId="1814290447" sldId="316"/>
        </pc:sldMkLst>
        <pc:spChg chg="mod">
          <ac:chgData name="Alkhatib, Ahmad" userId="63d75e15-9614-4d44-8874-114c37104e36" providerId="ADAL" clId="{6B18B296-FDF3-4AB2-87CE-38C347CC968D}" dt="2026-03-19T14:40:29.455" v="1782" actId="21"/>
          <ac:spMkLst>
            <pc:docMk/>
            <pc:sldMk cId="1814290447" sldId="316"/>
            <ac:spMk id="3" creationId="{C8760DC5-4176-9E11-E900-69B1E2242DD0}"/>
          </ac:spMkLst>
        </pc:spChg>
      </pc:sldChg>
      <pc:sldChg chg="addSp delSp modSp new mod ord">
        <pc:chgData name="Alkhatib, Ahmad" userId="63d75e15-9614-4d44-8874-114c37104e36" providerId="ADAL" clId="{6B18B296-FDF3-4AB2-87CE-38C347CC968D}" dt="2026-03-19T17:39:41.626" v="2521" actId="14100"/>
        <pc:sldMkLst>
          <pc:docMk/>
          <pc:sldMk cId="1080842156" sldId="317"/>
        </pc:sldMkLst>
        <pc:spChg chg="mod">
          <ac:chgData name="Alkhatib, Ahmad" userId="63d75e15-9614-4d44-8874-114c37104e36" providerId="ADAL" clId="{6B18B296-FDF3-4AB2-87CE-38C347CC968D}" dt="2026-03-19T09:26:44.994" v="12" actId="20577"/>
          <ac:spMkLst>
            <pc:docMk/>
            <pc:sldMk cId="1080842156" sldId="317"/>
            <ac:spMk id="2" creationId="{39C8B308-71B5-6443-191C-8E8E0E0D537C}"/>
          </ac:spMkLst>
        </pc:spChg>
        <pc:spChg chg="del">
          <ac:chgData name="Alkhatib, Ahmad" userId="63d75e15-9614-4d44-8874-114c37104e36" providerId="ADAL" clId="{6B18B296-FDF3-4AB2-87CE-38C347CC968D}" dt="2026-03-19T11:07:19.489" v="76"/>
          <ac:spMkLst>
            <pc:docMk/>
            <pc:sldMk cId="1080842156" sldId="317"/>
            <ac:spMk id="3" creationId="{714D9A7A-F5C0-94FF-2DC5-7B5C9637AE9A}"/>
          </ac:spMkLst>
        </pc:spChg>
        <pc:spChg chg="del mod">
          <ac:chgData name="Alkhatib, Ahmad" userId="63d75e15-9614-4d44-8874-114c37104e36" providerId="ADAL" clId="{6B18B296-FDF3-4AB2-87CE-38C347CC968D}" dt="2026-03-19T17:39:34.403" v="2520" actId="478"/>
          <ac:spMkLst>
            <pc:docMk/>
            <pc:sldMk cId="1080842156" sldId="317"/>
            <ac:spMk id="7" creationId="{74FEBB1C-41D5-236C-50BD-1DBB11BE3FD1}"/>
          </ac:spMkLst>
        </pc:spChg>
        <pc:spChg chg="add mod">
          <ac:chgData name="Alkhatib, Ahmad" userId="63d75e15-9614-4d44-8874-114c37104e36" providerId="ADAL" clId="{6B18B296-FDF3-4AB2-87CE-38C347CC968D}" dt="2026-03-19T17:39:41.626" v="2521" actId="14100"/>
          <ac:spMkLst>
            <pc:docMk/>
            <pc:sldMk cId="1080842156" sldId="317"/>
            <ac:spMk id="8" creationId="{FCDB47EE-6155-1580-D3AC-71EF674739BC}"/>
          </ac:spMkLst>
        </pc:spChg>
      </pc:sldChg>
      <pc:sldChg chg="addSp delSp modSp new mod ord">
        <pc:chgData name="Alkhatib, Ahmad" userId="63d75e15-9614-4d44-8874-114c37104e36" providerId="ADAL" clId="{6B18B296-FDF3-4AB2-87CE-38C347CC968D}" dt="2026-03-19T17:43:43.664" v="2577" actId="14100"/>
        <pc:sldMkLst>
          <pc:docMk/>
          <pc:sldMk cId="561713438" sldId="318"/>
        </pc:sldMkLst>
        <pc:spChg chg="mod">
          <ac:chgData name="Alkhatib, Ahmad" userId="63d75e15-9614-4d44-8874-114c37104e36" providerId="ADAL" clId="{6B18B296-FDF3-4AB2-87CE-38C347CC968D}" dt="2026-03-19T10:11:15.757" v="40" actId="20577"/>
          <ac:spMkLst>
            <pc:docMk/>
            <pc:sldMk cId="561713438" sldId="318"/>
            <ac:spMk id="2" creationId="{8EAEB31E-DB8F-9F80-2580-D571C6E5CD23}"/>
          </ac:spMkLst>
        </pc:spChg>
        <pc:spChg chg="del">
          <ac:chgData name="Alkhatib, Ahmad" userId="63d75e15-9614-4d44-8874-114c37104e36" providerId="ADAL" clId="{6B18B296-FDF3-4AB2-87CE-38C347CC968D}" dt="2026-03-19T10:11:23.294" v="41"/>
          <ac:spMkLst>
            <pc:docMk/>
            <pc:sldMk cId="561713438" sldId="318"/>
            <ac:spMk id="3" creationId="{78289172-F8A6-88E2-E15E-3AC16DF7EF10}"/>
          </ac:spMkLst>
        </pc:spChg>
        <pc:spChg chg="add mod">
          <ac:chgData name="Alkhatib, Ahmad" userId="63d75e15-9614-4d44-8874-114c37104e36" providerId="ADAL" clId="{6B18B296-FDF3-4AB2-87CE-38C347CC968D}" dt="2026-03-19T17:43:43.664" v="2577" actId="14100"/>
          <ac:spMkLst>
            <pc:docMk/>
            <pc:sldMk cId="561713438" sldId="318"/>
            <ac:spMk id="8" creationId="{3FFBE6CA-3298-C8FA-97E5-DC0FC0C794B1}"/>
          </ac:spMkLst>
        </pc:spChg>
        <pc:spChg chg="add">
          <ac:chgData name="Alkhatib, Ahmad" userId="63d75e15-9614-4d44-8874-114c37104e36" providerId="ADAL" clId="{6B18B296-FDF3-4AB2-87CE-38C347CC968D}" dt="2026-03-19T17:42:24.223" v="2556"/>
          <ac:spMkLst>
            <pc:docMk/>
            <pc:sldMk cId="561713438" sldId="318"/>
            <ac:spMk id="9" creationId="{9295607D-5FA1-76AF-2241-671628E618E0}"/>
          </ac:spMkLst>
        </pc:spChg>
      </pc:sldChg>
      <pc:sldChg chg="addSp delSp modSp new del mod">
        <pc:chgData name="Alkhatib, Ahmad" userId="63d75e15-9614-4d44-8874-114c37104e36" providerId="ADAL" clId="{6B18B296-FDF3-4AB2-87CE-38C347CC968D}" dt="2026-03-19T11:38:20.788" v="367" actId="47"/>
        <pc:sldMkLst>
          <pc:docMk/>
          <pc:sldMk cId="2424281674" sldId="319"/>
        </pc:sldMkLst>
        <pc:spChg chg="mod">
          <ac:chgData name="Alkhatib, Ahmad" userId="63d75e15-9614-4d44-8874-114c37104e36" providerId="ADAL" clId="{6B18B296-FDF3-4AB2-87CE-38C347CC968D}" dt="2026-03-19T10:12:02.468" v="43"/>
          <ac:spMkLst>
            <pc:docMk/>
            <pc:sldMk cId="2424281674" sldId="319"/>
            <ac:spMk id="2" creationId="{251F4EBB-F711-FA51-1F38-DA6D7C787938}"/>
          </ac:spMkLst>
        </pc:spChg>
        <pc:spChg chg="del">
          <ac:chgData name="Alkhatib, Ahmad" userId="63d75e15-9614-4d44-8874-114c37104e36" providerId="ADAL" clId="{6B18B296-FDF3-4AB2-87CE-38C347CC968D}" dt="2026-03-19T10:14:29.923" v="44"/>
          <ac:spMkLst>
            <pc:docMk/>
            <pc:sldMk cId="2424281674" sldId="319"/>
            <ac:spMk id="3" creationId="{028A3508-C707-9494-68E9-F5A999F1A5E1}"/>
          </ac:spMkLst>
        </pc:spChg>
        <pc:spChg chg="add mod">
          <ac:chgData name="Alkhatib, Ahmad" userId="63d75e15-9614-4d44-8874-114c37104e36" providerId="ADAL" clId="{6B18B296-FDF3-4AB2-87CE-38C347CC968D}" dt="2026-03-19T11:10:10.390" v="167" actId="14100"/>
          <ac:spMkLst>
            <pc:docMk/>
            <pc:sldMk cId="2424281674" sldId="319"/>
            <ac:spMk id="8" creationId="{B725A18C-EECB-E0D6-96C4-F7B533FF0951}"/>
          </ac:spMkLst>
        </pc:spChg>
      </pc:sldChg>
      <pc:sldChg chg="addSp delSp modSp new mod modClrScheme chgLayout modNotesTx">
        <pc:chgData name="Alkhatib, Ahmad" userId="63d75e15-9614-4d44-8874-114c37104e36" providerId="ADAL" clId="{6B18B296-FDF3-4AB2-87CE-38C347CC968D}" dt="2026-03-19T17:44:52.599" v="2580" actId="1076"/>
        <pc:sldMkLst>
          <pc:docMk/>
          <pc:sldMk cId="410591872" sldId="320"/>
        </pc:sldMkLst>
        <pc:spChg chg="mod">
          <ac:chgData name="Alkhatib, Ahmad" userId="63d75e15-9614-4d44-8874-114c37104e36" providerId="ADAL" clId="{6B18B296-FDF3-4AB2-87CE-38C347CC968D}" dt="2026-03-19T17:16:14.205" v="2315" actId="21"/>
          <ac:spMkLst>
            <pc:docMk/>
            <pc:sldMk cId="410591872" sldId="320"/>
            <ac:spMk id="2" creationId="{90B27C5B-2755-B0FB-AA47-CC134893161E}"/>
          </ac:spMkLst>
        </pc:spChg>
        <pc:spChg chg="del">
          <ac:chgData name="Alkhatib, Ahmad" userId="63d75e15-9614-4d44-8874-114c37104e36" providerId="ADAL" clId="{6B18B296-FDF3-4AB2-87CE-38C347CC968D}" dt="2026-03-19T11:15:52.319" v="170"/>
          <ac:spMkLst>
            <pc:docMk/>
            <pc:sldMk cId="410591872" sldId="320"/>
            <ac:spMk id="3" creationId="{FCF211B1-B690-FBD6-1948-D781D4C6FF6C}"/>
          </ac:spMkLst>
        </pc:spChg>
        <pc:spChg chg="mod">
          <ac:chgData name="Alkhatib, Ahmad" userId="63d75e15-9614-4d44-8874-114c37104e36" providerId="ADAL" clId="{6B18B296-FDF3-4AB2-87CE-38C347CC968D}" dt="2026-03-19T11:24:21.125" v="201" actId="26606"/>
          <ac:spMkLst>
            <pc:docMk/>
            <pc:sldMk cId="410591872" sldId="320"/>
            <ac:spMk id="4" creationId="{CEEEC556-4D59-6B9E-D041-1B0787A3A5A1}"/>
          </ac:spMkLst>
        </pc:spChg>
        <pc:spChg chg="del">
          <ac:chgData name="Alkhatib, Ahmad" userId="63d75e15-9614-4d44-8874-114c37104e36" providerId="ADAL" clId="{6B18B296-FDF3-4AB2-87CE-38C347CC968D}" dt="2026-03-19T11:24:21.125" v="201" actId="26606"/>
          <ac:spMkLst>
            <pc:docMk/>
            <pc:sldMk cId="410591872" sldId="320"/>
            <ac:spMk id="5" creationId="{2D8DCF58-E4C3-C434-C19C-58BAD3E03588}"/>
          </ac:spMkLst>
        </pc:spChg>
        <pc:spChg chg="mod">
          <ac:chgData name="Alkhatib, Ahmad" userId="63d75e15-9614-4d44-8874-114c37104e36" providerId="ADAL" clId="{6B18B296-FDF3-4AB2-87CE-38C347CC968D}" dt="2026-03-19T11:24:21.125" v="201" actId="26606"/>
          <ac:spMkLst>
            <pc:docMk/>
            <pc:sldMk cId="410591872" sldId="320"/>
            <ac:spMk id="6" creationId="{0B414E16-AE82-5264-5AC3-D84396E47425}"/>
          </ac:spMkLst>
        </pc:spChg>
        <pc:spChg chg="del mod">
          <ac:chgData name="Alkhatib, Ahmad" userId="63d75e15-9614-4d44-8874-114c37104e36" providerId="ADAL" clId="{6B18B296-FDF3-4AB2-87CE-38C347CC968D}" dt="2026-03-19T11:18:02.676" v="179" actId="478"/>
          <ac:spMkLst>
            <pc:docMk/>
            <pc:sldMk cId="410591872" sldId="320"/>
            <ac:spMk id="7" creationId="{B1EA21C5-FFE8-5D89-36F9-EE5DD7032E73}"/>
          </ac:spMkLst>
        </pc:spChg>
        <pc:spChg chg="add del mod">
          <ac:chgData name="Alkhatib, Ahmad" userId="63d75e15-9614-4d44-8874-114c37104e36" providerId="ADAL" clId="{6B18B296-FDF3-4AB2-87CE-38C347CC968D}" dt="2026-03-19T11:15:57.307" v="171"/>
          <ac:spMkLst>
            <pc:docMk/>
            <pc:sldMk cId="410591872" sldId="320"/>
            <ac:spMk id="8" creationId="{A9E422E5-D1AA-8184-DEB0-B84FCB3BCB05}"/>
          </ac:spMkLst>
        </pc:spChg>
        <pc:spChg chg="add del mod">
          <ac:chgData name="Alkhatib, Ahmad" userId="63d75e15-9614-4d44-8874-114c37104e36" providerId="ADAL" clId="{6B18B296-FDF3-4AB2-87CE-38C347CC968D}" dt="2026-03-19T11:22:39.648" v="195"/>
          <ac:spMkLst>
            <pc:docMk/>
            <pc:sldMk cId="410591872" sldId="320"/>
            <ac:spMk id="9" creationId="{74FB49F2-06DE-4303-4190-F4FC644855BB}"/>
          </ac:spMkLst>
        </pc:spChg>
        <pc:spChg chg="add del mod">
          <ac:chgData name="Alkhatib, Ahmad" userId="63d75e15-9614-4d44-8874-114c37104e36" providerId="ADAL" clId="{6B18B296-FDF3-4AB2-87CE-38C347CC968D}" dt="2026-03-19T11:23:07.670" v="197" actId="931"/>
          <ac:spMkLst>
            <pc:docMk/>
            <pc:sldMk cId="410591872" sldId="320"/>
            <ac:spMk id="12" creationId="{DE9157D0-03F1-EEB8-D6A1-F235D93C28C6}"/>
          </ac:spMkLst>
        </pc:spChg>
        <pc:spChg chg="add del mod">
          <ac:chgData name="Alkhatib, Ahmad" userId="63d75e15-9614-4d44-8874-114c37104e36" providerId="ADAL" clId="{6B18B296-FDF3-4AB2-87CE-38C347CC968D}" dt="2026-03-19T11:24:10.908" v="200"/>
          <ac:spMkLst>
            <pc:docMk/>
            <pc:sldMk cId="410591872" sldId="320"/>
            <ac:spMk id="16" creationId="{D683CB07-3214-95BE-8A50-CA8833776934}"/>
          </ac:spMkLst>
        </pc:spChg>
        <pc:spChg chg="add mod">
          <ac:chgData name="Alkhatib, Ahmad" userId="63d75e15-9614-4d44-8874-114c37104e36" providerId="ADAL" clId="{6B18B296-FDF3-4AB2-87CE-38C347CC968D}" dt="2026-03-19T17:44:52.599" v="2580" actId="1076"/>
          <ac:spMkLst>
            <pc:docMk/>
            <pc:sldMk cId="410591872" sldId="320"/>
            <ac:spMk id="20" creationId="{339E3C37-48C8-516C-DC91-04ECD03E1F80}"/>
          </ac:spMkLst>
        </pc:spChg>
        <pc:spChg chg="add mod">
          <ac:chgData name="Alkhatib, Ahmad" userId="63d75e15-9614-4d44-8874-114c37104e36" providerId="ADAL" clId="{6B18B296-FDF3-4AB2-87CE-38C347CC968D}" dt="2026-03-19T11:24:21.125" v="201" actId="26606"/>
          <ac:spMkLst>
            <pc:docMk/>
            <pc:sldMk cId="410591872" sldId="320"/>
            <ac:spMk id="23" creationId="{CE2645F8-A661-DC1B-7E08-9F3BE3DBEB3F}"/>
          </ac:spMkLst>
        </pc:spChg>
        <pc:picChg chg="add del mod">
          <ac:chgData name="Alkhatib, Ahmad" userId="63d75e15-9614-4d44-8874-114c37104e36" providerId="ADAL" clId="{6B18B296-FDF3-4AB2-87CE-38C347CC968D}" dt="2026-03-19T11:22:45.530" v="196" actId="478"/>
          <ac:picMkLst>
            <pc:docMk/>
            <pc:sldMk cId="410591872" sldId="320"/>
            <ac:picMk id="11" creationId="{BD70323E-F4B9-3C22-03F2-B70581FEA46B}"/>
          </ac:picMkLst>
        </pc:picChg>
        <pc:picChg chg="add del mod ord">
          <ac:chgData name="Alkhatib, Ahmad" userId="63d75e15-9614-4d44-8874-114c37104e36" providerId="ADAL" clId="{6B18B296-FDF3-4AB2-87CE-38C347CC968D}" dt="2026-03-19T11:23:18.910" v="198" actId="478"/>
          <ac:picMkLst>
            <pc:docMk/>
            <pc:sldMk cId="410591872" sldId="320"/>
            <ac:picMk id="14" creationId="{2C296D13-1A15-DC9C-A6B7-913CD76BBD9C}"/>
          </ac:picMkLst>
        </pc:picChg>
        <pc:picChg chg="add mod ord modCrop">
          <ac:chgData name="Alkhatib, Ahmad" userId="63d75e15-9614-4d44-8874-114c37104e36" providerId="ADAL" clId="{6B18B296-FDF3-4AB2-87CE-38C347CC968D}" dt="2026-03-19T17:44:47.528" v="2579" actId="1076"/>
          <ac:picMkLst>
            <pc:docMk/>
            <pc:sldMk cId="410591872" sldId="320"/>
            <ac:picMk id="18" creationId="{3D0F84BC-6A86-2741-29F3-E624BBD02BE5}"/>
          </ac:picMkLst>
        </pc:picChg>
      </pc:sldChg>
      <pc:sldChg chg="addSp delSp modSp new mod ord">
        <pc:chgData name="Alkhatib, Ahmad" userId="63d75e15-9614-4d44-8874-114c37104e36" providerId="ADAL" clId="{6B18B296-FDF3-4AB2-87CE-38C347CC968D}" dt="2026-03-19T17:19:58.298" v="2341" actId="20577"/>
        <pc:sldMkLst>
          <pc:docMk/>
          <pc:sldMk cId="1385895373" sldId="321"/>
        </pc:sldMkLst>
        <pc:spChg chg="mod">
          <ac:chgData name="Alkhatib, Ahmad" userId="63d75e15-9614-4d44-8874-114c37104e36" providerId="ADAL" clId="{6B18B296-FDF3-4AB2-87CE-38C347CC968D}" dt="2026-03-19T13:27:17.094" v="786" actId="20577"/>
          <ac:spMkLst>
            <pc:docMk/>
            <pc:sldMk cId="1385895373" sldId="321"/>
            <ac:spMk id="2" creationId="{3E71E4C5-774B-D74A-7E99-150F2626FA65}"/>
          </ac:spMkLst>
        </pc:spChg>
        <pc:spChg chg="add del mod">
          <ac:chgData name="Alkhatib, Ahmad" userId="63d75e15-9614-4d44-8874-114c37104e36" providerId="ADAL" clId="{6B18B296-FDF3-4AB2-87CE-38C347CC968D}" dt="2026-03-19T17:19:58.298" v="2341" actId="20577"/>
          <ac:spMkLst>
            <pc:docMk/>
            <pc:sldMk cId="1385895373" sldId="321"/>
            <ac:spMk id="3" creationId="{F5EBFD7E-3981-6488-1D9F-32BE5236A164}"/>
          </ac:spMkLst>
        </pc:spChg>
        <pc:spChg chg="add mod">
          <ac:chgData name="Alkhatib, Ahmad" userId="63d75e15-9614-4d44-8874-114c37104e36" providerId="ADAL" clId="{6B18B296-FDF3-4AB2-87CE-38C347CC968D}" dt="2026-03-19T13:34:04.087" v="788"/>
          <ac:spMkLst>
            <pc:docMk/>
            <pc:sldMk cId="1385895373" sldId="321"/>
            <ac:spMk id="8" creationId="{242A84D7-2F74-D08B-B2BF-626BC6B6F504}"/>
          </ac:spMkLst>
        </pc:spChg>
      </pc:sldChg>
      <pc:sldChg chg="addSp delSp modSp new mod">
        <pc:chgData name="Alkhatib, Ahmad" userId="63d75e15-9614-4d44-8874-114c37104e36" providerId="ADAL" clId="{6B18B296-FDF3-4AB2-87CE-38C347CC968D}" dt="2026-03-19T17:52:40.243" v="2620" actId="113"/>
        <pc:sldMkLst>
          <pc:docMk/>
          <pc:sldMk cId="537646710" sldId="322"/>
        </pc:sldMkLst>
        <pc:spChg chg="mod">
          <ac:chgData name="Alkhatib, Ahmad" userId="63d75e15-9614-4d44-8874-114c37104e36" providerId="ADAL" clId="{6B18B296-FDF3-4AB2-87CE-38C347CC968D}" dt="2026-03-19T17:50:53.260" v="2606"/>
          <ac:spMkLst>
            <pc:docMk/>
            <pc:sldMk cId="537646710" sldId="322"/>
            <ac:spMk id="2" creationId="{6BDF5FAD-C3E4-7896-CA2C-7CF2026491C8}"/>
          </ac:spMkLst>
        </pc:spChg>
        <pc:spChg chg="add del mod">
          <ac:chgData name="Alkhatib, Ahmad" userId="63d75e15-9614-4d44-8874-114c37104e36" providerId="ADAL" clId="{6B18B296-FDF3-4AB2-87CE-38C347CC968D}" dt="2026-03-19T17:52:40.243" v="2620" actId="113"/>
          <ac:spMkLst>
            <pc:docMk/>
            <pc:sldMk cId="537646710" sldId="322"/>
            <ac:spMk id="3" creationId="{5D7EEE83-BA14-0C1D-AFF0-A5AA38437906}"/>
          </ac:spMkLst>
        </pc:spChg>
        <pc:spChg chg="add mod">
          <ac:chgData name="Alkhatib, Ahmad" userId="63d75e15-9614-4d44-8874-114c37104e36" providerId="ADAL" clId="{6B18B296-FDF3-4AB2-87CE-38C347CC968D}" dt="2026-03-19T17:51:13.149" v="2608"/>
          <ac:spMkLst>
            <pc:docMk/>
            <pc:sldMk cId="537646710" sldId="322"/>
            <ac:spMk id="8" creationId="{E6CA6514-F978-1427-889A-3BC8C1E458F9}"/>
          </ac:spMkLst>
        </pc:spChg>
      </pc:sldChg>
      <pc:sldChg chg="delSp modSp new mod">
        <pc:chgData name="Alkhatib, Ahmad" userId="63d75e15-9614-4d44-8874-114c37104e36" providerId="ADAL" clId="{6B18B296-FDF3-4AB2-87CE-38C347CC968D}" dt="2026-03-19T17:56:12.909" v="2665" actId="20577"/>
        <pc:sldMkLst>
          <pc:docMk/>
          <pc:sldMk cId="1968385736" sldId="323"/>
        </pc:sldMkLst>
        <pc:spChg chg="mod">
          <ac:chgData name="Alkhatib, Ahmad" userId="63d75e15-9614-4d44-8874-114c37104e36" providerId="ADAL" clId="{6B18B296-FDF3-4AB2-87CE-38C347CC968D}" dt="2026-03-19T17:55:37.114" v="2658"/>
          <ac:spMkLst>
            <pc:docMk/>
            <pc:sldMk cId="1968385736" sldId="323"/>
            <ac:spMk id="2" creationId="{79BB3400-8F2D-EB26-1F47-042CAD213B22}"/>
          </ac:spMkLst>
        </pc:spChg>
        <pc:spChg chg="mod">
          <ac:chgData name="Alkhatib, Ahmad" userId="63d75e15-9614-4d44-8874-114c37104e36" providerId="ADAL" clId="{6B18B296-FDF3-4AB2-87CE-38C347CC968D}" dt="2026-03-19T17:56:12.909" v="2665" actId="20577"/>
          <ac:spMkLst>
            <pc:docMk/>
            <pc:sldMk cId="1968385736" sldId="323"/>
            <ac:spMk id="3" creationId="{E7C03765-AB23-1723-F136-994BB8B8FCC6}"/>
          </ac:spMkLst>
        </pc:spChg>
        <pc:spChg chg="del">
          <ac:chgData name="Alkhatib, Ahmad" userId="63d75e15-9614-4d44-8874-114c37104e36" providerId="ADAL" clId="{6B18B296-FDF3-4AB2-87CE-38C347CC968D}" dt="2026-03-19T17:55:43.264" v="2659" actId="478"/>
          <ac:spMkLst>
            <pc:docMk/>
            <pc:sldMk cId="1968385736" sldId="323"/>
            <ac:spMk id="7" creationId="{8B85FE77-D855-EF67-45AE-0B8FE2D4523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914353" rtl="0" eaLnBrk="1" latinLnBrk="0" hangingPunct="1">
      <a:defRPr sz="1200" kern="1200">
        <a:solidFill>
          <a:schemeClr val="tx1"/>
        </a:solidFill>
        <a:latin typeface="+mn-lt"/>
        <a:ea typeface="+mn-ea"/>
        <a:cs typeface="+mn-cs"/>
      </a:defRPr>
    </a:lvl1pPr>
    <a:lvl2pPr marL="457177" algn="l" defTabSz="914353" rtl="0" eaLnBrk="1" latinLnBrk="0" hangingPunct="1">
      <a:defRPr sz="1200" kern="1200">
        <a:solidFill>
          <a:schemeClr val="tx1"/>
        </a:solidFill>
        <a:latin typeface="+mn-lt"/>
        <a:ea typeface="+mn-ea"/>
        <a:cs typeface="+mn-cs"/>
      </a:defRPr>
    </a:lvl2pPr>
    <a:lvl3pPr marL="914353" algn="l" defTabSz="914353" rtl="0" eaLnBrk="1" latinLnBrk="0" hangingPunct="1">
      <a:defRPr sz="1200" kern="1200">
        <a:solidFill>
          <a:schemeClr val="tx1"/>
        </a:solidFill>
        <a:latin typeface="+mn-lt"/>
        <a:ea typeface="+mn-ea"/>
        <a:cs typeface="+mn-cs"/>
      </a:defRPr>
    </a:lvl3pPr>
    <a:lvl4pPr marL="1371530" algn="l" defTabSz="914353" rtl="0" eaLnBrk="1" latinLnBrk="0" hangingPunct="1">
      <a:defRPr sz="1200" kern="1200">
        <a:solidFill>
          <a:schemeClr val="tx1"/>
        </a:solidFill>
        <a:latin typeface="+mn-lt"/>
        <a:ea typeface="+mn-ea"/>
        <a:cs typeface="+mn-cs"/>
      </a:defRPr>
    </a:lvl4pPr>
    <a:lvl5pPr marL="1828706" algn="l" defTabSz="914353" rtl="0" eaLnBrk="1" latinLnBrk="0" hangingPunct="1">
      <a:defRPr sz="1200" kern="1200">
        <a:solidFill>
          <a:schemeClr val="tx1"/>
        </a:solidFill>
        <a:latin typeface="+mn-lt"/>
        <a:ea typeface="+mn-ea"/>
        <a:cs typeface="+mn-cs"/>
      </a:defRPr>
    </a:lvl5pPr>
    <a:lvl6pPr marL="2285883" algn="l" defTabSz="914353" rtl="0" eaLnBrk="1" latinLnBrk="0" hangingPunct="1">
      <a:defRPr sz="1200" kern="1200">
        <a:solidFill>
          <a:schemeClr val="tx1"/>
        </a:solidFill>
        <a:latin typeface="+mn-lt"/>
        <a:ea typeface="+mn-ea"/>
        <a:cs typeface="+mn-cs"/>
      </a:defRPr>
    </a:lvl6pPr>
    <a:lvl7pPr marL="2743060" algn="l" defTabSz="914353" rtl="0" eaLnBrk="1" latinLnBrk="0" hangingPunct="1">
      <a:defRPr sz="1200" kern="1200">
        <a:solidFill>
          <a:schemeClr val="tx1"/>
        </a:solidFill>
        <a:latin typeface="+mn-lt"/>
        <a:ea typeface="+mn-ea"/>
        <a:cs typeface="+mn-cs"/>
      </a:defRPr>
    </a:lvl7pPr>
    <a:lvl8pPr marL="3200236" algn="l" defTabSz="914353" rtl="0" eaLnBrk="1" latinLnBrk="0" hangingPunct="1">
      <a:defRPr sz="1200" kern="1200">
        <a:solidFill>
          <a:schemeClr val="tx1"/>
        </a:solidFill>
        <a:latin typeface="+mn-lt"/>
        <a:ea typeface="+mn-ea"/>
        <a:cs typeface="+mn-cs"/>
      </a:defRPr>
    </a:lvl8pPr>
    <a:lvl9pPr marL="3657413" algn="l" defTabSz="91435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7663E2-27CE-4C79-91D3-7F5C4262D57F}" type="slidenum">
              <a:rPr lang="en-US" smtClean="0"/>
              <a:t>5</a:t>
            </a:fld>
            <a:endParaRPr lang="en-US"/>
          </a:p>
        </p:txBody>
      </p:sp>
    </p:spTree>
    <p:extLst>
      <p:ext uri="{BB962C8B-B14F-4D97-AF65-F5344CB8AC3E}">
        <p14:creationId xmlns:p14="http://schemas.microsoft.com/office/powerpoint/2010/main" val="2163241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a:solidFill>
                  <a:schemeClr val="accent1"/>
                </a:solidFill>
                <a:latin typeface="Imperial Sans Text Medium" panose="020B0603020202020204" pitchFamily="34" charset="0"/>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243303334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Smoke">
    <p:bg>
      <p:bgPr>
        <a:solidFill>
          <a:schemeClr val="bg2"/>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a:solidFill>
                  <a:schemeClr val="accent1"/>
                </a:solidFill>
                <a:latin typeface="Imperial Sans Text Medium" panose="020B0603020202020204" pitchFamily="34" charset="0"/>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249726487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Khaki">
    <p:bg>
      <p:bgPr>
        <a:solidFill>
          <a:srgbClr val="FBF7DC"/>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a:solidFill>
                  <a:schemeClr val="accent1"/>
                </a:solidFill>
                <a:latin typeface="Imperial Sans Text Medium" panose="020B0603020202020204" pitchFamily="34" charset="0"/>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60668972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89336"/>
            <a:ext cx="5579198" cy="740845"/>
          </a:xfrm>
        </p:spPr>
        <p:txBody>
          <a:bodyPr anchor="b"/>
          <a:lstStyle>
            <a:lvl1pPr>
              <a:defRPr sz="2200">
                <a:solidFill>
                  <a:schemeClr val="bg1"/>
                </a:solidFill>
                <a:latin typeface="Imperial Sans Text Medium" panose="020B0603020202020204" pitchFamily="34" charset="0"/>
                <a:ea typeface="Inter Medium" panose="02000503000000020004" pitchFamily="2" charset="0"/>
              </a:defRPr>
            </a:lvl1pPr>
            <a:lvl2pPr>
              <a:defRPr sz="2200">
                <a:solidFill>
                  <a:schemeClr val="bg1"/>
                </a:solidFill>
              </a:defRPr>
            </a:lvl2pPr>
            <a:lvl3pPr>
              <a:defRPr sz="2200">
                <a:solidFill>
                  <a:schemeClr val="bg1"/>
                </a:solidFill>
                <a:latin typeface="Inter Medium" panose="02000503000000020004" pitchFamily="2" charset="0"/>
                <a:ea typeface="Inter Medium" panose="02000503000000020004" pitchFamily="2" charset="0"/>
              </a:defRPr>
            </a:lvl3pPr>
            <a:lvl4pPr>
              <a:defRPr sz="2200">
                <a:solidFill>
                  <a:schemeClr val="bg1"/>
                </a:solidFill>
                <a:latin typeface="Inter Medium" panose="02000503000000020004" pitchFamily="2" charset="0"/>
                <a:ea typeface="Inter Medium" panose="02000503000000020004" pitchFamily="2" charset="0"/>
              </a:defRPr>
            </a:lvl4pPr>
            <a:lvl5pPr>
              <a:defRPr sz="2200">
                <a:solidFill>
                  <a:schemeClr val="bg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6" name="Group 4">
            <a:extLst>
              <a:ext uri="{FF2B5EF4-FFF2-40B4-BE49-F238E27FC236}">
                <a16:creationId xmlns:a16="http://schemas.microsoft.com/office/drawing/2014/main" id="{714C7637-5E21-BDDB-D675-718E58535D6D}"/>
              </a:ext>
            </a:extLst>
          </p:cNvPr>
          <p:cNvGrpSpPr>
            <a:grpSpLocks noChangeAspect="1"/>
          </p:cNvGrpSpPr>
          <p:nvPr userDrawn="1"/>
        </p:nvGrpSpPr>
        <p:grpSpPr bwMode="auto">
          <a:xfrm>
            <a:off x="330271" y="327819"/>
            <a:ext cx="3972600" cy="438124"/>
            <a:chOff x="0" y="3473"/>
            <a:chExt cx="15360" cy="1694"/>
          </a:xfrm>
        </p:grpSpPr>
        <p:sp>
          <p:nvSpPr>
            <p:cNvPr id="17" name="Freeform 5">
              <a:extLst>
                <a:ext uri="{FF2B5EF4-FFF2-40B4-BE49-F238E27FC236}">
                  <a16:creationId xmlns:a16="http://schemas.microsoft.com/office/drawing/2014/main" id="{A57B56D4-851E-7242-EAB1-CD5B53E8B9A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6">
              <a:extLst>
                <a:ext uri="{FF2B5EF4-FFF2-40B4-BE49-F238E27FC236}">
                  <a16:creationId xmlns:a16="http://schemas.microsoft.com/office/drawing/2014/main" id="{525FF1F4-36F0-A184-7B99-8F5F4A49C89F}"/>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7">
              <a:extLst>
                <a:ext uri="{FF2B5EF4-FFF2-40B4-BE49-F238E27FC236}">
                  <a16:creationId xmlns:a16="http://schemas.microsoft.com/office/drawing/2014/main" id="{F198715B-A90B-9B06-A055-401A84B0921B}"/>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8">
              <a:extLst>
                <a:ext uri="{FF2B5EF4-FFF2-40B4-BE49-F238E27FC236}">
                  <a16:creationId xmlns:a16="http://schemas.microsoft.com/office/drawing/2014/main" id="{9D2E04D5-A2EE-135D-A8C9-6E695F9BCF31}"/>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2" name="Freeform 9">
              <a:extLst>
                <a:ext uri="{FF2B5EF4-FFF2-40B4-BE49-F238E27FC236}">
                  <a16:creationId xmlns:a16="http://schemas.microsoft.com/office/drawing/2014/main" id="{8CE0DC1F-799B-3F7A-3A71-D20337A4746C}"/>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3" name="Freeform 10">
              <a:extLst>
                <a:ext uri="{FF2B5EF4-FFF2-40B4-BE49-F238E27FC236}">
                  <a16:creationId xmlns:a16="http://schemas.microsoft.com/office/drawing/2014/main" id="{E8EAEE22-055F-6869-D50D-D9C8C9082FD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4" name="Freeform 11">
              <a:extLst>
                <a:ext uri="{FF2B5EF4-FFF2-40B4-BE49-F238E27FC236}">
                  <a16:creationId xmlns:a16="http://schemas.microsoft.com/office/drawing/2014/main" id="{EADAC67C-850F-96D3-0962-09E1B4CC3ECB}"/>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12">
              <a:extLst>
                <a:ext uri="{FF2B5EF4-FFF2-40B4-BE49-F238E27FC236}">
                  <a16:creationId xmlns:a16="http://schemas.microsoft.com/office/drawing/2014/main" id="{683187A0-2E68-170D-55EF-0FA20E7A75B8}"/>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6288291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bg>
      <p:bgPr>
        <a:solidFill>
          <a:schemeClr val="bg1">
            <a:lumMod val="85000"/>
          </a:schemeClr>
        </a:solidFill>
        <a:effectLst/>
      </p:bgPr>
    </p:bg>
    <p:spTree>
      <p:nvGrpSpPr>
        <p:cNvPr id="1" name=""/>
        <p:cNvGrpSpPr/>
        <p:nvPr/>
      </p:nvGrpSpPr>
      <p:grpSpPr>
        <a:xfrm>
          <a:off x="0" y="0"/>
          <a:ext cx="0" cy="0"/>
          <a:chOff x="0" y="0"/>
          <a:chExt cx="0" cy="0"/>
        </a:xfrm>
      </p:grpSpPr>
      <p:grpSp>
        <p:nvGrpSpPr>
          <p:cNvPr id="4" name="Group 4">
            <a:extLst>
              <a:ext uri="{FF2B5EF4-FFF2-40B4-BE49-F238E27FC236}">
                <a16:creationId xmlns:a16="http://schemas.microsoft.com/office/drawing/2014/main" id="{98F30683-44FB-4995-47C3-43A7DE5523C7}"/>
              </a:ext>
            </a:extLst>
          </p:cNvPr>
          <p:cNvGrpSpPr>
            <a:grpSpLocks noChangeAspect="1"/>
          </p:cNvGrpSpPr>
          <p:nvPr userDrawn="1"/>
        </p:nvGrpSpPr>
        <p:grpSpPr bwMode="auto">
          <a:xfrm>
            <a:off x="330271" y="327819"/>
            <a:ext cx="3972600" cy="438124"/>
            <a:chOff x="0" y="3473"/>
            <a:chExt cx="15360" cy="1694"/>
          </a:xfrm>
        </p:grpSpPr>
        <p:sp>
          <p:nvSpPr>
            <p:cNvPr id="5" name="Freeform 5">
              <a:extLst>
                <a:ext uri="{FF2B5EF4-FFF2-40B4-BE49-F238E27FC236}">
                  <a16:creationId xmlns:a16="http://schemas.microsoft.com/office/drawing/2014/main" id="{77A24E86-91AA-6A9B-314A-752B77481A0D}"/>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6">
              <a:extLst>
                <a:ext uri="{FF2B5EF4-FFF2-40B4-BE49-F238E27FC236}">
                  <a16:creationId xmlns:a16="http://schemas.microsoft.com/office/drawing/2014/main" id="{A879B37A-F4A9-2DDA-3FC3-9FC52384AE62}"/>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7">
              <a:extLst>
                <a:ext uri="{FF2B5EF4-FFF2-40B4-BE49-F238E27FC236}">
                  <a16:creationId xmlns:a16="http://schemas.microsoft.com/office/drawing/2014/main" id="{93DABC58-132F-2F2F-EB5B-78B30A3D448C}"/>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8">
              <a:extLst>
                <a:ext uri="{FF2B5EF4-FFF2-40B4-BE49-F238E27FC236}">
                  <a16:creationId xmlns:a16="http://schemas.microsoft.com/office/drawing/2014/main" id="{DFE51362-844C-B4F1-1A83-A287F312E94A}"/>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9">
              <a:extLst>
                <a:ext uri="{FF2B5EF4-FFF2-40B4-BE49-F238E27FC236}">
                  <a16:creationId xmlns:a16="http://schemas.microsoft.com/office/drawing/2014/main" id="{E0F57AAB-C462-6A3A-9686-048341EA78B1}"/>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0">
              <a:extLst>
                <a:ext uri="{FF2B5EF4-FFF2-40B4-BE49-F238E27FC236}">
                  <a16:creationId xmlns:a16="http://schemas.microsoft.com/office/drawing/2014/main" id="{8A0D371A-82CE-1829-AA32-FB790C7A60A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1">
              <a:extLst>
                <a:ext uri="{FF2B5EF4-FFF2-40B4-BE49-F238E27FC236}">
                  <a16:creationId xmlns:a16="http://schemas.microsoft.com/office/drawing/2014/main" id="{EA0DE082-4D8F-8158-56B4-AF85C4A0FA22}"/>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2" name="Freeform 12">
              <a:extLst>
                <a:ext uri="{FF2B5EF4-FFF2-40B4-BE49-F238E27FC236}">
                  <a16:creationId xmlns:a16="http://schemas.microsoft.com/office/drawing/2014/main" id="{530CFB56-59E9-38CF-519A-B532B32547AB}"/>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23" name="Title 1">
            <a:extLst>
              <a:ext uri="{FF2B5EF4-FFF2-40B4-BE49-F238E27FC236}">
                <a16:creationId xmlns:a16="http://schemas.microsoft.com/office/drawing/2014/main" id="{FB5434B5-DD4C-F988-6EBA-085A7DD4940D}"/>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GB"/>
              <a:t>Click to edit Master title style</a:t>
            </a:r>
            <a:endParaRPr lang="en-GB" dirty="0"/>
          </a:p>
        </p:txBody>
      </p:sp>
      <p:sp>
        <p:nvSpPr>
          <p:cNvPr id="24" name="Subtitle 2">
            <a:extLst>
              <a:ext uri="{FF2B5EF4-FFF2-40B4-BE49-F238E27FC236}">
                <a16:creationId xmlns:a16="http://schemas.microsoft.com/office/drawing/2014/main" id="{1E34748E-CBEF-26E7-AB9F-696FA5D599DC}"/>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25" name="Text Placeholder 17">
            <a:extLst>
              <a:ext uri="{FF2B5EF4-FFF2-40B4-BE49-F238E27FC236}">
                <a16:creationId xmlns:a16="http://schemas.microsoft.com/office/drawing/2014/main" id="{1DF2DBC8-2D33-BD84-A330-691C8B97975A}"/>
              </a:ext>
            </a:extLst>
          </p:cNvPr>
          <p:cNvSpPr>
            <a:spLocks noGrp="1"/>
          </p:cNvSpPr>
          <p:nvPr>
            <p:ph type="body" sz="quarter" idx="10"/>
          </p:nvPr>
        </p:nvSpPr>
        <p:spPr>
          <a:xfrm>
            <a:off x="330271" y="5789336"/>
            <a:ext cx="5579198" cy="740845"/>
          </a:xfrm>
        </p:spPr>
        <p:txBody>
          <a:bodyPr anchor="b"/>
          <a:lstStyle>
            <a:lvl1pPr>
              <a:defRPr sz="2200">
                <a:solidFill>
                  <a:schemeClr val="bg1"/>
                </a:solidFill>
                <a:latin typeface="Imperial Sans Text Medium" panose="020B0603020202020204" pitchFamily="34" charset="0"/>
                <a:ea typeface="Inter Medium" panose="02000503000000020004" pitchFamily="2" charset="0"/>
              </a:defRPr>
            </a:lvl1pPr>
            <a:lvl2pPr>
              <a:defRPr sz="2200">
                <a:solidFill>
                  <a:schemeClr val="bg1"/>
                </a:solidFill>
              </a:defRPr>
            </a:lvl2pPr>
            <a:lvl3pPr>
              <a:defRPr sz="2200">
                <a:solidFill>
                  <a:schemeClr val="bg1"/>
                </a:solidFill>
                <a:latin typeface="Inter Medium" panose="02000503000000020004" pitchFamily="2" charset="0"/>
                <a:ea typeface="Inter Medium" panose="02000503000000020004" pitchFamily="2" charset="0"/>
              </a:defRPr>
            </a:lvl3pPr>
            <a:lvl4pPr>
              <a:defRPr sz="2200">
                <a:solidFill>
                  <a:schemeClr val="bg1"/>
                </a:solidFill>
                <a:latin typeface="Inter Medium" panose="02000503000000020004" pitchFamily="2" charset="0"/>
                <a:ea typeface="Inter Medium" panose="02000503000000020004" pitchFamily="2" charset="0"/>
              </a:defRPr>
            </a:lvl4pPr>
            <a:lvl5pPr>
              <a:defRPr sz="2200">
                <a:solidFill>
                  <a:schemeClr val="bg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407999913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25AC290B-FE37-4CAC-A7C0-E9786931747E}" type="datetime1">
              <a:rPr lang="en-GB" smtClean="0"/>
              <a:t>19/03/2026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0208481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E173B2C5-AC24-4FB9-9DF9-3E93E97F7E15}" type="datetime1">
              <a:rPr lang="en-GB" smtClean="0"/>
              <a:t>19/03/2026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96122023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410DC3EE-520A-4B0C-9A93-8A3BCE343C2C}" type="datetime1">
              <a:rPr lang="en-GB" smtClean="0"/>
              <a:t>19/03/2026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03483203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238870"/>
            <a:ext cx="5163243" cy="3190130"/>
          </a:xfrm>
        </p:spPr>
        <p:txBody>
          <a:bodyPr/>
          <a:lstStyle>
            <a:lvl1pPr>
              <a:defRPr sz="6400">
                <a:solidFill>
                  <a:schemeClr val="bg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lvl1pPr>
              <a:defRPr>
                <a:solidFill>
                  <a:schemeClr val="bg1"/>
                </a:solidFill>
              </a:defRPr>
            </a:lvl1pPr>
          </a:lstStyle>
          <a:p>
            <a:fld id="{13580E58-B3EF-4403-ADDB-DF633B46989D}" type="datetime1">
              <a:rPr lang="en-GB" smtClean="0"/>
              <a:t>19/03/2026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819"/>
            <a:ext cx="5777508" cy="310118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TextBox 7">
            <a:extLst>
              <a:ext uri="{FF2B5EF4-FFF2-40B4-BE49-F238E27FC236}">
                <a16:creationId xmlns:a16="http://schemas.microsoft.com/office/drawing/2014/main" id="{F9C35426-417C-E41E-5A03-5974D3C79A0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75161828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EACC6AFE-4BFD-492A-99C3-CF71F029C358}" type="datetime1">
              <a:rPr lang="en-GB" smtClean="0"/>
              <a:t>19/03/2026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3317466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21846384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9C8792EF-2329-48B7-AF81-8D7B74AB2366}" type="datetime1">
              <a:rPr lang="en-GB" smtClean="0"/>
              <a:t>19/03/2026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68526107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412FA6E5-885E-452D-BCEC-B566EBAB2E87}" type="datetime1">
              <a:rPr lang="en-GB" smtClean="0"/>
              <a:t>19/03/2026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0903585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8FFF2980-2D33-46A0-BDAC-9B4CFD93A7F6}" type="datetime1">
              <a:rPr lang="en-GB" smtClean="0"/>
              <a:t>19/03/2026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02019597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BD59755E-9370-4157-BE5C-F6AD5AD5C8ED}" type="datetime1">
              <a:rPr lang="en-GB" smtClean="0"/>
              <a:t>19/03/2026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18074776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97B16F5B-736F-43A2-A41B-A23D363C1693}" type="datetime1">
              <a:rPr lang="en-GB" smtClean="0"/>
              <a:t>19/03/2026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388475608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B346E877-399E-4733-BDA8-43F214BF43AD}" type="datetime1">
              <a:rPr lang="en-GB" smtClean="0"/>
              <a:t>19/03/2026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6866366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89C7DFA1-6761-408C-89CC-0A0A6084B03D}" type="datetime1">
              <a:rPr lang="en-GB" smtClean="0"/>
              <a:t>19/03/2026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53624803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4E753301-EA48-4374-8D41-4C0498913A9B}" type="datetime1">
              <a:rPr lang="en-GB" smtClean="0"/>
              <a:t>19/03/2026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03706673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Images and Captions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983EEB25-8B2E-493B-A907-2E8EBD5388E8}" type="datetime1">
              <a:rPr lang="en-GB" smtClean="0"/>
              <a:t>19/03/2026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16098037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and Captions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F43B7F56-03EA-40D3-B3FA-9213BB762D03}" type="datetime1">
              <a:rPr lang="en-GB" smtClean="0"/>
              <a:t>19/03/2026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8142315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2C81EAC2-F9DB-4784-A188-6E4FCA03DA5B}" type="datetime1">
              <a:rPr lang="en-GB" smtClean="0"/>
              <a:t>19/03/2026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403934480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Tex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453B3897-0BBA-4BE2-971F-F117EF62D66D}" type="datetime1">
              <a:rPr lang="en-GB" smtClean="0"/>
              <a:t>19/03/2026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2447539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rge Tex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94908560-5BFE-4DA5-AE4D-FE0F4087E853}" type="datetime1">
              <a:rPr lang="en-GB" smtClean="0"/>
              <a:t>19/03/2026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51801924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Text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025"/>
            <a:ext cx="9984000" cy="5934075"/>
          </a:xfrm>
        </p:spPr>
        <p:txBody>
          <a:bodyPr/>
          <a:lstStyle>
            <a:lvl1pPr>
              <a:defRPr sz="4800">
                <a:solidFill>
                  <a:schemeClr val="bg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lvl1pPr>
              <a:defRPr>
                <a:solidFill>
                  <a:schemeClr val="bg1"/>
                </a:solidFill>
              </a:defRPr>
            </a:lvl1pPr>
          </a:lstStyle>
          <a:p>
            <a:fld id="{C08B6FC3-16D7-46EA-83CF-113F58E1CA58}" type="datetime1">
              <a:rPr lang="en-GB" smtClean="0"/>
              <a:t>19/03/2026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8" name="TextBox 7">
            <a:extLst>
              <a:ext uri="{FF2B5EF4-FFF2-40B4-BE49-F238E27FC236}">
                <a16:creationId xmlns:a16="http://schemas.microsoft.com/office/drawing/2014/main" id="{24A8D6E0-472D-9B14-F3A6-BC2F23E87040}"/>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146774957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fld id="{87464246-23F0-4977-92E6-37A248422A4F}" type="datetime1">
              <a:rPr lang="en-GB" smtClean="0"/>
              <a:t>19/03/2026</a:t>
            </a:fld>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673696074"/>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Smoke">
    <p:bg>
      <p:bgPr>
        <a:solidFill>
          <a:schemeClr val="bg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fld id="{73219F9D-3C9F-401D-A8C7-10EC13940849}" type="datetime1">
              <a:rPr lang="en-GB" smtClean="0"/>
              <a:t>19/03/2026</a:t>
            </a:fld>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94925788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Khaki">
    <p:bg>
      <p:bgPr>
        <a:solidFill>
          <a:srgbClr val="FBF7DC"/>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fld id="{97BB5B64-E04A-4DF5-A020-D3E046FA42EC}" type="datetime1">
              <a:rPr lang="en-GB" smtClean="0"/>
              <a:t>19/03/2026</a:t>
            </a:fld>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88680361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bg1"/>
                </a:solidFill>
              </a:defRPr>
            </a:lvl1pPr>
          </a:lstStyle>
          <a:p>
            <a:fld id="{5987B9F2-E558-46D1-B4D6-F83AA9543C67}" type="datetime1">
              <a:rPr lang="en-GB" smtClean="0"/>
              <a:t>19/03/2026</a:t>
            </a:fld>
            <a:endParaRPr lang="en-GB"/>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GB"/>
              <a:t>Click to edit Master title style</a:t>
            </a:r>
            <a:endParaRPr lang="en-GB" dirty="0"/>
          </a:p>
        </p:txBody>
      </p:sp>
      <p:sp>
        <p:nvSpPr>
          <p:cNvPr id="10" name="Subtitle 2">
            <a:extLst>
              <a:ext uri="{FF2B5EF4-FFF2-40B4-BE49-F238E27FC236}">
                <a16:creationId xmlns:a16="http://schemas.microsoft.com/office/drawing/2014/main" id="{01609BCD-EF9A-DF89-AAD2-167090C57F54}"/>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367399523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5A374872-1A4E-434B-92DF-72035B72B147}"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3963589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0D73F415-A1CE-4F60-9BEA-A36E58AD412C}"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20639597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Text and Conten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E19D3547-64B5-43BF-BB9A-735EDDABE8A9}"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77332222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and Four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6B14500C-BCB2-40E8-9060-1CAA1C399768}"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46506536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and Four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CB28A259-D825-4CA9-9BE5-692823A2BE1D}"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293569060"/>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and Four Images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C0626D6A-358F-4DDB-BCDA-E2EB5AFDAD9F}"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86322611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and Nine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D56AC18A-16DA-46BB-8B59-89D596B68F0C}"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120070496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and Nine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D7793059-FF22-4183-894C-405A0472E9A7}"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18878468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and Nine Images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2C5045A0-28B5-435C-9ED4-7B9DCB00758F}"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04135415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D45ACB27-AFFE-45E0-A77B-C04441DBA506}"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133955305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164071E6-5C30-40E7-BF84-163576CD2DE9}"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64018343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and Conten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7E1B3D43-7C33-40B0-8364-EC2C773DC346}"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7450929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and Tex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2B7F07F8-C91F-4545-B3EA-C424337AC591}"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78587760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and Tex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6381A581-4730-4DD9-8775-8810BE511C5B}"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4240842164"/>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and Tex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BF15E9EB-D252-4723-8FA0-19B858F3EA4F}" type="datetime1">
              <a:rPr lang="en-GB" smtClean="0"/>
              <a:t>19/03/2026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782778189"/>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D02D7658-3C80-4D93-815C-DF15C9673E2C}" type="datetime1">
              <a:rPr lang="en-GB" smtClean="0"/>
              <a:t>19/03/2026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30675283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rge Image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665880FB-1272-4489-BFB7-70F56335807D}" type="datetime1">
              <a:rPr lang="en-GB" smtClean="0"/>
              <a:t>19/03/2026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11599155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rge Image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75317FCD-2A6E-44BA-B757-2651CC4A5556}" type="datetime1">
              <a:rPr lang="en-GB" smtClean="0"/>
              <a:t>19/03/2026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2859685012"/>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1" y="3"/>
            <a:ext cx="12193489" cy="6857999"/>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960433404"/>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14899905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End Slide Smoke">
    <p:bg>
      <p:bgPr>
        <a:solidFill>
          <a:schemeClr val="bg2"/>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658548261"/>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End Slide Khaki">
    <p:bg>
      <p:bgPr>
        <a:solidFill>
          <a:srgbClr val="FBF7DC"/>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21169666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nd Slide Blue">
    <p:bg>
      <p:bgPr>
        <a:solidFill>
          <a:schemeClr val="accent1"/>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8F1E4B3C-5470-00F2-B8CB-BB4906CF439D}"/>
              </a:ext>
            </a:extLst>
          </p:cNvPr>
          <p:cNvGrpSpPr>
            <a:grpSpLocks noChangeAspect="1"/>
          </p:cNvGrpSpPr>
          <p:nvPr userDrawn="1"/>
        </p:nvGrpSpPr>
        <p:grpSpPr bwMode="auto">
          <a:xfrm>
            <a:off x="330271" y="327819"/>
            <a:ext cx="11536292" cy="1272297"/>
            <a:chOff x="0" y="3473"/>
            <a:chExt cx="15360" cy="1694"/>
          </a:xfrm>
        </p:grpSpPr>
        <p:sp>
          <p:nvSpPr>
            <p:cNvPr id="3" name="Freeform 5">
              <a:extLst>
                <a:ext uri="{FF2B5EF4-FFF2-40B4-BE49-F238E27FC236}">
                  <a16:creationId xmlns:a16="http://schemas.microsoft.com/office/drawing/2014/main" id="{7D7A316D-6FA6-8EBE-A7B4-43071E70A86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11C06CEA-028D-9197-2DEF-67878595AE6C}"/>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DEA93E8D-A827-0EF8-FC25-4EDF7B194E8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DF359F29-A6DD-FD4C-F807-701DEA41EDF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2468BF6B-AEBB-4CAA-244D-9EBE80B9A1DB}"/>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CC60AC05-547F-FA65-604E-4ED4912EA9E4}"/>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7632E58E-1400-1E6E-BB60-7A9B794F41F4}"/>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4D65D159-581D-F29B-BBD4-C1C5BACCEEFB}"/>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425010597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End Slide Image">
    <p:bg>
      <p:bgPr>
        <a:solidFill>
          <a:schemeClr val="bg1">
            <a:lumMod val="85000"/>
          </a:schemeClr>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3A87AD45-2D2F-D96C-947C-BAE35BFEBEE3}"/>
              </a:ext>
            </a:extLst>
          </p:cNvPr>
          <p:cNvGrpSpPr>
            <a:grpSpLocks noChangeAspect="1"/>
          </p:cNvGrpSpPr>
          <p:nvPr userDrawn="1"/>
        </p:nvGrpSpPr>
        <p:grpSpPr bwMode="auto">
          <a:xfrm>
            <a:off x="330271" y="327819"/>
            <a:ext cx="11536292" cy="1272297"/>
            <a:chOff x="0" y="3473"/>
            <a:chExt cx="15360" cy="1694"/>
          </a:xfrm>
        </p:grpSpPr>
        <p:sp>
          <p:nvSpPr>
            <p:cNvPr id="3" name="Freeform 5">
              <a:extLst>
                <a:ext uri="{FF2B5EF4-FFF2-40B4-BE49-F238E27FC236}">
                  <a16:creationId xmlns:a16="http://schemas.microsoft.com/office/drawing/2014/main" id="{31EDC35F-4F2D-B2A7-1ECD-0CF19D1AD285}"/>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97F4776F-4E5E-13DF-F11A-A6808FFFC980}"/>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BA993AE1-6A24-5C17-7FE2-A16589D9C4A6}"/>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DA87F8EF-CDAD-15A2-A361-88921E1CAF7E}"/>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E90186DB-2300-A8AA-8FAD-2C609649A61A}"/>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31922286-E237-1114-3A54-E1731611D66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1B4DA78C-0EF6-B05D-F2D2-EFEDA343E394}"/>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A00F92FE-6EB2-0D0E-BFC9-559AD1E7A4E7}"/>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21612589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a:solidFill>
                  <a:schemeClr val="accent1"/>
                </a:solidFill>
                <a:latin typeface="Imperial Sans Text Medium" panose="020B0603020202020204" pitchFamily="34" charset="0"/>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76181910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 Slide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a:solidFill>
                  <a:schemeClr val="accent1"/>
                </a:solidFill>
                <a:latin typeface="Imperial Sans Text Medium" panose="020B0603020202020204" pitchFamily="34" charset="0"/>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240818450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 Slide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a:solidFill>
                  <a:schemeClr val="accent1"/>
                </a:solidFill>
                <a:latin typeface="Imperial Sans Text Medium" panose="020B0603020202020204" pitchFamily="34" charset="0"/>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59517005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losing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bg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878288"/>
            <a:ext cx="5606484" cy="652688"/>
          </a:xfrm>
        </p:spPr>
        <p:txBody>
          <a:bodyPr anchor="b"/>
          <a:lstStyle>
            <a:lvl1pPr>
              <a:defRPr>
                <a:solidFill>
                  <a:schemeClr val="bg1"/>
                </a:solidFill>
                <a:latin typeface="Imperial Sans Text Medium" panose="020B0603020202020204" pitchFamily="34" charset="0"/>
                <a:ea typeface="Inter Medium" panose="02000503000000020004" pitchFamily="2" charset="0"/>
              </a:defRPr>
            </a:lvl1pPr>
            <a:lvl2pPr>
              <a:defRPr>
                <a:solidFill>
                  <a:schemeClr val="bg1"/>
                </a:solidFill>
              </a:defRPr>
            </a:lvl2pPr>
            <a:lvl3pPr>
              <a:defRPr>
                <a:solidFill>
                  <a:schemeClr val="bg1"/>
                </a:solidFill>
                <a:latin typeface="Inter Medium" panose="02000503000000020004" pitchFamily="2" charset="0"/>
                <a:ea typeface="Inter Medium" panose="02000503000000020004" pitchFamily="2" charset="0"/>
              </a:defRPr>
            </a:lvl3pPr>
            <a:lvl4pPr>
              <a:defRPr>
                <a:solidFill>
                  <a:schemeClr val="bg1"/>
                </a:solidFill>
                <a:latin typeface="Inter Medium" panose="02000503000000020004" pitchFamily="2" charset="0"/>
                <a:ea typeface="Inter Medium" panose="02000503000000020004" pitchFamily="2" charset="0"/>
              </a:defRPr>
            </a:lvl4pPr>
            <a:lvl5pPr>
              <a:defRPr>
                <a:solidFill>
                  <a:schemeClr val="bg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49CC1682-CCAA-5EE1-585E-F7C4434F1C5E}"/>
              </a:ext>
            </a:extLst>
          </p:cNvPr>
          <p:cNvGrpSpPr>
            <a:grpSpLocks noChangeAspect="1"/>
          </p:cNvGrpSpPr>
          <p:nvPr userDrawn="1"/>
        </p:nvGrpSpPr>
        <p:grpSpPr bwMode="auto">
          <a:xfrm>
            <a:off x="330271" y="327819"/>
            <a:ext cx="3972600" cy="438124"/>
            <a:chOff x="0" y="3473"/>
            <a:chExt cx="15360" cy="1694"/>
          </a:xfrm>
        </p:grpSpPr>
        <p:sp>
          <p:nvSpPr>
            <p:cNvPr id="4" name="Freeform 5">
              <a:extLst>
                <a:ext uri="{FF2B5EF4-FFF2-40B4-BE49-F238E27FC236}">
                  <a16:creationId xmlns:a16="http://schemas.microsoft.com/office/drawing/2014/main" id="{770403FB-3386-A0FE-3E9D-A2925EF0E8F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C2CDC1DE-179E-04D4-B493-BF069DE85D67}"/>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B9A68412-C85B-6332-8B98-2635795BBA0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D9ECB875-34C4-65FF-6CDA-1356F6BC767F}"/>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D3B5B848-7A8D-931B-DFC2-C5B37B8DB6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361AABDF-9542-DBC6-6388-ABE2035BE7B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57C10C3-A39D-D1F6-3C50-91EC9A5E76EF}"/>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E4DD9B4A-92B0-0B9A-755B-A13B032A85A5}"/>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300092682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96CFCEB1-B862-4F10-8847-5623B995FEF9}" type="datetime1">
              <a:rPr lang="en-GB" smtClean="0"/>
              <a:t>19/03/2026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711818251"/>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B96F8243-A9F1-4856-AB40-60224DB0FEF9}" type="datetime1">
              <a:rPr lang="en-GB" smtClean="0"/>
              <a:t>19/03/2026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437015067"/>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11CC5219-1CCD-4C45-9353-665DC9C7404E}" type="datetime1">
              <a:rPr lang="en-GB" smtClean="0"/>
              <a:t>19/03/2026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5890986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FB7E5FE3-607D-4BB0-AD37-836B40BC2CE7}" type="datetime1">
              <a:rPr lang="en-GB" smtClean="0"/>
              <a:t>19/03/2026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196446497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Smoke">
    <p:bg>
      <p:bgPr>
        <a:solidFill>
          <a:schemeClr val="bg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F5CA4A61-E850-4C97-8298-0D0D5B71AF10}" type="datetime1">
              <a:rPr lang="en-GB" smtClean="0"/>
              <a:t>19/03/2026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3757168227"/>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Khaki">
    <p:bg>
      <p:bgPr>
        <a:solidFill>
          <a:srgbClr val="FBF7DC"/>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71573218-0F23-4C72-B0A1-38CDBFFD2A39}" type="datetime1">
              <a:rPr lang="en-GB" smtClean="0"/>
              <a:t>19/03/2026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418811291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325800" y="252000"/>
            <a:ext cx="11540763" cy="378044"/>
          </a:xfrm>
          <a:prstGeom prst="rect">
            <a:avLst/>
          </a:prstGeom>
        </p:spPr>
        <p:txBody>
          <a:bodyPr vert="horz" lIns="0" tIns="0" rIns="0" bIns="0" rtlCol="0" anchor="t">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326232" y="1394619"/>
            <a:ext cx="11541025" cy="486648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10641349" y="6393702"/>
            <a:ext cx="1233647" cy="137270"/>
          </a:xfrm>
          <a:prstGeom prst="rect">
            <a:avLst/>
          </a:prstGeom>
        </p:spPr>
        <p:txBody>
          <a:bodyPr vert="horz" lIns="0" tIns="0" rIns="0" bIns="0" rtlCol="0" anchor="b">
            <a:noAutofit/>
          </a:bodyPr>
          <a:lstStyle>
            <a:lvl1pPr algn="r">
              <a:defRPr sz="850">
                <a:solidFill>
                  <a:schemeClr val="accent1"/>
                </a:solidFill>
              </a:defRPr>
            </a:lvl1pPr>
          </a:lstStyle>
          <a:p>
            <a:fld id="{0588838C-4957-41D4-A862-5CF2B924874F}" type="datetime1">
              <a:rPr lang="en-GB" smtClean="0"/>
              <a:t>19/03/2026</a:t>
            </a:fld>
            <a:endParaRPr lang="en-GB"/>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965261" y="6393702"/>
            <a:ext cx="3423452" cy="137272"/>
          </a:xfrm>
          <a:prstGeom prst="rect">
            <a:avLst/>
          </a:prstGeom>
        </p:spPr>
        <p:txBody>
          <a:bodyPr vert="horz" lIns="0" tIns="0" rIns="0" bIns="0" rtlCol="0" anchor="b">
            <a:noAutofit/>
          </a:bodyPr>
          <a:lstStyle>
            <a:lvl1pPr algn="l">
              <a:defRPr sz="850">
                <a:solidFill>
                  <a:schemeClr val="accent1"/>
                </a:solidFill>
              </a:defRPr>
            </a:lvl1pPr>
          </a:lstStyle>
          <a:p>
            <a:endParaRPr lang="en-GB"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5936755" y="6393702"/>
            <a:ext cx="318491" cy="137272"/>
          </a:xfrm>
          <a:prstGeom prst="rect">
            <a:avLst/>
          </a:prstGeom>
        </p:spPr>
        <p:txBody>
          <a:bodyPr vert="horz" lIns="0" tIns="0" rIns="0" bIns="0" rtlCol="0" anchor="b">
            <a:noAutofit/>
          </a:bodyPr>
          <a:lstStyle>
            <a:lvl1pPr algn="ctr">
              <a:defRPr sz="850" b="1">
                <a:solidFill>
                  <a:schemeClr val="accent1"/>
                </a:solidFill>
              </a:defRPr>
            </a:lvl1pPr>
          </a:lstStyle>
          <a:p>
            <a:fld id="{CBA53E11-492D-48B3-9F9B-09541CA2A39A}" type="slidenum">
              <a:rPr lang="en-GB" smtClean="0"/>
              <a:pPr/>
              <a:t>‹#›</a:t>
            </a:fld>
            <a:endParaRPr lang="en-GB"/>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accent1"/>
                </a:solidFill>
                <a:latin typeface="+mj-lt"/>
              </a:rPr>
              <a:t>Imperial College London</a:t>
            </a:r>
          </a:p>
        </p:txBody>
      </p: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6" r:id="rId1"/>
    <p:sldLayoutId id="2147483679" r:id="rId2"/>
    <p:sldLayoutId id="2147483680" r:id="rId3"/>
    <p:sldLayoutId id="2147483649" r:id="rId4"/>
    <p:sldLayoutId id="2147483657" r:id="rId5"/>
    <p:sldLayoutId id="2147483658" r:id="rId6"/>
    <p:sldLayoutId id="2147483681" r:id="rId7"/>
    <p:sldLayoutId id="2147483682" r:id="rId8"/>
    <p:sldLayoutId id="2147483675" r:id="rId9"/>
    <p:sldLayoutId id="2147483650" r:id="rId10"/>
    <p:sldLayoutId id="2147483683" r:id="rId11"/>
    <p:sldLayoutId id="2147483684" r:id="rId12"/>
    <p:sldLayoutId id="2147483652" r:id="rId13"/>
    <p:sldLayoutId id="2147483685" r:id="rId14"/>
    <p:sldLayoutId id="2147483686" r:id="rId15"/>
    <p:sldLayoutId id="2147483659" r:id="rId16"/>
    <p:sldLayoutId id="2147483687" r:id="rId17"/>
    <p:sldLayoutId id="2147483688" r:id="rId18"/>
    <p:sldLayoutId id="2147483660" r:id="rId19"/>
    <p:sldLayoutId id="2147483689" r:id="rId20"/>
    <p:sldLayoutId id="2147483690" r:id="rId21"/>
    <p:sldLayoutId id="2147483677" r:id="rId22"/>
    <p:sldLayoutId id="2147483691" r:id="rId23"/>
    <p:sldLayoutId id="2147483692" r:id="rId24"/>
    <p:sldLayoutId id="2147483676" r:id="rId25"/>
    <p:sldLayoutId id="2147483667" r:id="rId26"/>
    <p:sldLayoutId id="2147483693" r:id="rId27"/>
    <p:sldLayoutId id="2147483694" r:id="rId28"/>
    <p:sldLayoutId id="2147483666" r:id="rId29"/>
    <p:sldLayoutId id="2147483661" r:id="rId30"/>
    <p:sldLayoutId id="2147483695" r:id="rId31"/>
    <p:sldLayoutId id="2147483696" r:id="rId32"/>
    <p:sldLayoutId id="2147483669" r:id="rId33"/>
    <p:sldLayoutId id="2147483697" r:id="rId34"/>
    <p:sldLayoutId id="2147483698" r:id="rId35"/>
    <p:sldLayoutId id="2147483678" r:id="rId36"/>
    <p:sldLayoutId id="2147483699" r:id="rId37"/>
    <p:sldLayoutId id="2147483700" r:id="rId38"/>
    <p:sldLayoutId id="2147483662" r:id="rId39"/>
    <p:sldLayoutId id="2147483701" r:id="rId40"/>
    <p:sldLayoutId id="2147483702" r:id="rId41"/>
    <p:sldLayoutId id="2147483663" r:id="rId42"/>
    <p:sldLayoutId id="2147483703" r:id="rId43"/>
    <p:sldLayoutId id="2147483704" r:id="rId44"/>
    <p:sldLayoutId id="2147483664" r:id="rId45"/>
    <p:sldLayoutId id="2147483705" r:id="rId46"/>
    <p:sldLayoutId id="2147483706" r:id="rId47"/>
    <p:sldLayoutId id="2147483665" r:id="rId48"/>
    <p:sldLayoutId id="2147483671" r:id="rId49"/>
    <p:sldLayoutId id="2147483707" r:id="rId50"/>
    <p:sldLayoutId id="2147483708" r:id="rId51"/>
    <p:sldLayoutId id="2147483670" r:id="rId52"/>
    <p:sldLayoutId id="2147483672" r:id="rId53"/>
    <p:sldLayoutId id="2147483674" r:id="rId54"/>
    <p:sldLayoutId id="2147483709" r:id="rId55"/>
    <p:sldLayoutId id="2147483710" r:id="rId56"/>
    <p:sldLayoutId id="2147483673" r:id="rId57"/>
    <p:sldLayoutId id="2147483654" r:id="rId58"/>
    <p:sldLayoutId id="2147483711" r:id="rId59"/>
    <p:sldLayoutId id="2147483712" r:id="rId60"/>
    <p:sldLayoutId id="2147483655" r:id="rId61"/>
    <p:sldLayoutId id="2147483713" r:id="rId62"/>
    <p:sldLayoutId id="2147483714" r:id="rId63"/>
  </p:sldLayoutIdLst>
  <p:transition>
    <p:fade/>
  </p:transition>
  <p:hf hdr="0"/>
  <p:txStyles>
    <p:titleStyle>
      <a:lvl1pPr algn="l" defTabSz="685765" rtl="0" eaLnBrk="1" latinLnBrk="0" hangingPunct="1">
        <a:lnSpc>
          <a:spcPct val="90000"/>
        </a:lnSpc>
        <a:spcBef>
          <a:spcPct val="0"/>
        </a:spcBef>
        <a:buNone/>
        <a:defRPr sz="2600" b="0" kern="1200">
          <a:solidFill>
            <a:schemeClr val="accent1"/>
          </a:solidFill>
          <a:latin typeface="+mj-lt"/>
          <a:ea typeface="+mj-ea"/>
          <a:cs typeface="+mj-cs"/>
        </a:defRPr>
      </a:lvl1pPr>
    </p:titleStyle>
    <p:body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685765" rtl="0" eaLnBrk="1" latinLnBrk="0" hangingPunct="1">
        <a:defRPr sz="1600" kern="1200">
          <a:solidFill>
            <a:schemeClr val="tx1"/>
          </a:solidFill>
          <a:latin typeface="+mn-lt"/>
          <a:ea typeface="+mn-ea"/>
          <a:cs typeface="+mn-cs"/>
        </a:defRPr>
      </a:lvl1pPr>
      <a:lvl2pPr marL="342882" algn="l" defTabSz="685765" rtl="0" eaLnBrk="1" latinLnBrk="0" hangingPunct="1">
        <a:defRPr sz="1600" kern="1200">
          <a:solidFill>
            <a:schemeClr val="tx1"/>
          </a:solidFill>
          <a:latin typeface="+mn-lt"/>
          <a:ea typeface="+mn-ea"/>
          <a:cs typeface="+mn-cs"/>
        </a:defRPr>
      </a:lvl2pPr>
      <a:lvl3pPr marL="685765" algn="l" defTabSz="685765" rtl="0" eaLnBrk="1" latinLnBrk="0" hangingPunct="1">
        <a:defRPr sz="1600" kern="1200">
          <a:solidFill>
            <a:schemeClr val="tx1"/>
          </a:solidFill>
          <a:latin typeface="+mn-lt"/>
          <a:ea typeface="+mn-ea"/>
          <a:cs typeface="+mn-cs"/>
        </a:defRPr>
      </a:lvl3pPr>
      <a:lvl4pPr marL="1028647" algn="l" defTabSz="685765" rtl="0" eaLnBrk="1" latinLnBrk="0" hangingPunct="1">
        <a:defRPr sz="1600" kern="1200">
          <a:solidFill>
            <a:schemeClr val="tx1"/>
          </a:solidFill>
          <a:latin typeface="+mn-lt"/>
          <a:ea typeface="+mn-ea"/>
          <a:cs typeface="+mn-cs"/>
        </a:defRPr>
      </a:lvl4pPr>
      <a:lvl5pPr marL="1371530" algn="l" defTabSz="685765" rtl="0" eaLnBrk="1" latinLnBrk="0" hangingPunct="1">
        <a:defRPr sz="1600" kern="1200">
          <a:solidFill>
            <a:schemeClr val="tx1"/>
          </a:solidFill>
          <a:latin typeface="+mn-lt"/>
          <a:ea typeface="+mn-ea"/>
          <a:cs typeface="+mn-cs"/>
        </a:defRPr>
      </a:lvl5pPr>
      <a:lvl6pPr marL="1714412" algn="l" defTabSz="685765" rtl="0" eaLnBrk="1" latinLnBrk="0" hangingPunct="1">
        <a:defRPr sz="1600" kern="1200">
          <a:solidFill>
            <a:schemeClr val="tx1"/>
          </a:solidFill>
          <a:latin typeface="+mn-lt"/>
          <a:ea typeface="+mn-ea"/>
          <a:cs typeface="+mn-cs"/>
        </a:defRPr>
      </a:lvl6pPr>
      <a:lvl7pPr marL="2057295" algn="l" defTabSz="685765" rtl="0" eaLnBrk="1" latinLnBrk="0" hangingPunct="1">
        <a:defRPr sz="1600" kern="1200">
          <a:solidFill>
            <a:schemeClr val="tx1"/>
          </a:solidFill>
          <a:latin typeface="+mn-lt"/>
          <a:ea typeface="+mn-ea"/>
          <a:cs typeface="+mn-cs"/>
        </a:defRPr>
      </a:lvl7pPr>
      <a:lvl8pPr marL="2400177" algn="l" defTabSz="685765" rtl="0" eaLnBrk="1" latinLnBrk="0" hangingPunct="1">
        <a:defRPr sz="1600" kern="1200">
          <a:solidFill>
            <a:schemeClr val="tx1"/>
          </a:solidFill>
          <a:latin typeface="+mn-lt"/>
          <a:ea typeface="+mn-ea"/>
          <a:cs typeface="+mn-cs"/>
        </a:defRPr>
      </a:lvl8pPr>
      <a:lvl9pPr marL="2743060" algn="l" defTabSz="685765"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206" userDrawn="1">
          <p15:clr>
            <a:srgbClr val="F26B43"/>
          </p15:clr>
        </p15:guide>
        <p15:guide id="4" pos="7475" userDrawn="1">
          <p15:clr>
            <a:srgbClr val="F26B43"/>
          </p15:clr>
        </p15:guide>
        <p15:guide id="5" orient="horz" pos="207" userDrawn="1">
          <p15:clr>
            <a:srgbClr val="F26B43"/>
          </p15:clr>
        </p15:guide>
        <p15:guide id="6" orient="horz" pos="4114" userDrawn="1">
          <p15:clr>
            <a:srgbClr val="F26B43"/>
          </p15:clr>
        </p15:guide>
        <p15:guide id="7" orient="horz" pos="3944" userDrawn="1">
          <p15:clr>
            <a:srgbClr val="F26B43"/>
          </p15:clr>
        </p15:guide>
        <p15:guide id="8" orient="horz" pos="879" userDrawn="1">
          <p15:clr>
            <a:srgbClr val="F26B43"/>
          </p15:clr>
        </p15:guide>
        <p15:guide id="9" pos="3723" userDrawn="1">
          <p15:clr>
            <a:srgbClr val="F26B43"/>
          </p15:clr>
        </p15:guide>
        <p15:guide id="10" pos="395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7CC57-32B4-5651-C726-27956387C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80337-D626-AC7B-5E8D-3144BB486543}"/>
              </a:ext>
            </a:extLst>
          </p:cNvPr>
          <p:cNvSpPr>
            <a:spLocks noGrp="1"/>
          </p:cNvSpPr>
          <p:nvPr>
            <p:ph type="ctrTitle"/>
          </p:nvPr>
        </p:nvSpPr>
        <p:spPr>
          <a:xfrm>
            <a:off x="662307" y="1000665"/>
            <a:ext cx="10025822" cy="3459192"/>
          </a:xfrm>
        </p:spPr>
        <p:txBody>
          <a:bodyPr/>
          <a:lstStyle/>
          <a:p>
            <a:r>
              <a:rPr lang="en-GB" sz="6000" dirty="0"/>
              <a:t>Evaluation of the impact of Air pollution policies on road traffic injuries in England and Scotland</a:t>
            </a:r>
          </a:p>
        </p:txBody>
      </p:sp>
      <p:sp>
        <p:nvSpPr>
          <p:cNvPr id="3" name="Subtitle 2">
            <a:extLst>
              <a:ext uri="{FF2B5EF4-FFF2-40B4-BE49-F238E27FC236}">
                <a16:creationId xmlns:a16="http://schemas.microsoft.com/office/drawing/2014/main" id="{8B7FCD95-DD6E-BAAA-DD32-3D1E187DA719}"/>
              </a:ext>
            </a:extLst>
          </p:cNvPr>
          <p:cNvSpPr>
            <a:spLocks noGrp="1"/>
          </p:cNvSpPr>
          <p:nvPr>
            <p:ph type="subTitle" idx="1"/>
          </p:nvPr>
        </p:nvSpPr>
        <p:spPr>
          <a:xfrm>
            <a:off x="317250" y="4383000"/>
            <a:ext cx="10828077" cy="1322348"/>
          </a:xfrm>
        </p:spPr>
        <p:txBody>
          <a:bodyPr/>
          <a:lstStyle/>
          <a:p>
            <a:r>
              <a:rPr lang="en-US" dirty="0"/>
              <a:t>Matched Staggered Difference-in-Differences Design </a:t>
            </a:r>
            <a:endParaRPr lang="en-GB" dirty="0"/>
          </a:p>
        </p:txBody>
      </p:sp>
      <p:sp>
        <p:nvSpPr>
          <p:cNvPr id="6" name="Text Placeholder 5">
            <a:extLst>
              <a:ext uri="{FF2B5EF4-FFF2-40B4-BE49-F238E27FC236}">
                <a16:creationId xmlns:a16="http://schemas.microsoft.com/office/drawing/2014/main" id="{17ADEF3F-453F-A867-067C-B77BAD46761F}"/>
              </a:ext>
            </a:extLst>
          </p:cNvPr>
          <p:cNvSpPr>
            <a:spLocks noGrp="1"/>
          </p:cNvSpPr>
          <p:nvPr>
            <p:ph type="body" sz="quarter" idx="10"/>
          </p:nvPr>
        </p:nvSpPr>
        <p:spPr/>
        <p:txBody>
          <a:bodyPr/>
          <a:lstStyle/>
          <a:p>
            <a:r>
              <a:rPr lang="en-US" dirty="0"/>
              <a:t>Ahmad Alkhatib</a:t>
            </a:r>
          </a:p>
          <a:p>
            <a:r>
              <a:rPr lang="en-US" dirty="0"/>
              <a:t>DD/MM/YYYY</a:t>
            </a:r>
          </a:p>
        </p:txBody>
      </p:sp>
    </p:spTree>
    <p:extLst>
      <p:ext uri="{BB962C8B-B14F-4D97-AF65-F5344CB8AC3E}">
        <p14:creationId xmlns:p14="http://schemas.microsoft.com/office/powerpoint/2010/main" val="303511597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B2BF-E0B9-7428-EAAA-0A540B052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0BD28-6F7E-0A7D-1A9E-10E954BA9519}"/>
              </a:ext>
            </a:extLst>
          </p:cNvPr>
          <p:cNvSpPr>
            <a:spLocks noGrp="1"/>
          </p:cNvSpPr>
          <p:nvPr>
            <p:ph type="title"/>
          </p:nvPr>
        </p:nvSpPr>
        <p:spPr>
          <a:xfrm>
            <a:off x="318494" y="238870"/>
            <a:ext cx="5163243" cy="3190130"/>
          </a:xfrm>
        </p:spPr>
        <p:txBody>
          <a:bodyPr/>
          <a:lstStyle/>
          <a:p>
            <a:r>
              <a:rPr lang="en-US" dirty="0"/>
              <a:t>Overview</a:t>
            </a:r>
          </a:p>
        </p:txBody>
      </p:sp>
      <p:sp>
        <p:nvSpPr>
          <p:cNvPr id="3" name="Date Placeholder 2">
            <a:extLst>
              <a:ext uri="{FF2B5EF4-FFF2-40B4-BE49-F238E27FC236}">
                <a16:creationId xmlns:a16="http://schemas.microsoft.com/office/drawing/2014/main" id="{4A30BBD6-6EC5-96F4-6E6C-8F90A73DFE86}"/>
              </a:ext>
            </a:extLst>
          </p:cNvPr>
          <p:cNvSpPr>
            <a:spLocks noGrp="1"/>
          </p:cNvSpPr>
          <p:nvPr>
            <p:ph type="dt" sz="half" idx="10"/>
          </p:nvPr>
        </p:nvSpPr>
        <p:spPr>
          <a:xfrm>
            <a:off x="10641349" y="6393702"/>
            <a:ext cx="1233647" cy="137270"/>
          </a:xfrm>
        </p:spPr>
        <p:txBody>
          <a:bodyPr/>
          <a:lstStyle/>
          <a:p>
            <a:fld id="{3E55EE60-6F37-432F-9EC6-70B083956CEF}" type="datetime1">
              <a:rPr lang="en-GB" smtClean="0"/>
              <a:t>19/03/2026</a:t>
            </a:fld>
            <a:endParaRPr lang="en-GB"/>
          </a:p>
        </p:txBody>
      </p:sp>
      <p:sp>
        <p:nvSpPr>
          <p:cNvPr id="5" name="Footer Placeholder 4">
            <a:extLst>
              <a:ext uri="{FF2B5EF4-FFF2-40B4-BE49-F238E27FC236}">
                <a16:creationId xmlns:a16="http://schemas.microsoft.com/office/drawing/2014/main" id="{F51E4508-A1A4-0996-A7AC-D48A359775FC}"/>
              </a:ext>
            </a:extLst>
          </p:cNvPr>
          <p:cNvSpPr>
            <a:spLocks noGrp="1"/>
          </p:cNvSpPr>
          <p:nvPr>
            <p:ph type="ftr" sz="quarter" idx="11"/>
          </p:nvPr>
        </p:nvSpPr>
        <p:spPr>
          <a:xfrm>
            <a:off x="1965261" y="6393702"/>
            <a:ext cx="3423452" cy="137272"/>
          </a:xfrm>
        </p:spPr>
        <p:txBody>
          <a:bodyPr/>
          <a:lstStyle/>
          <a:p>
            <a:endParaRPr lang="en-GB" dirty="0"/>
          </a:p>
        </p:txBody>
      </p:sp>
      <p:sp>
        <p:nvSpPr>
          <p:cNvPr id="6" name="Slide Number Placeholder 5">
            <a:extLst>
              <a:ext uri="{FF2B5EF4-FFF2-40B4-BE49-F238E27FC236}">
                <a16:creationId xmlns:a16="http://schemas.microsoft.com/office/drawing/2014/main" id="{5CA61E04-BACD-694E-DAED-0530BAF80C00}"/>
              </a:ext>
            </a:extLst>
          </p:cNvPr>
          <p:cNvSpPr>
            <a:spLocks noGrp="1"/>
          </p:cNvSpPr>
          <p:nvPr>
            <p:ph type="sldNum" sz="quarter" idx="12"/>
          </p:nvPr>
        </p:nvSpPr>
        <p:spPr>
          <a:xfrm>
            <a:off x="5936755" y="6393702"/>
            <a:ext cx="318491" cy="137272"/>
          </a:xfrm>
        </p:spPr>
        <p:txBody>
          <a:bodyPr/>
          <a:lstStyle/>
          <a:p>
            <a:fld id="{CBA53E11-492D-48B3-9F9B-09541CA2A39A}" type="slidenum">
              <a:rPr lang="en-GB" smtClean="0"/>
              <a:pPr/>
              <a:t>2</a:t>
            </a:fld>
            <a:endParaRPr lang="en-GB"/>
          </a:p>
        </p:txBody>
      </p:sp>
      <p:graphicFrame>
        <p:nvGraphicFramePr>
          <p:cNvPr id="4" name="Content Placeholder 3">
            <a:extLst>
              <a:ext uri="{FF2B5EF4-FFF2-40B4-BE49-F238E27FC236}">
                <a16:creationId xmlns:a16="http://schemas.microsoft.com/office/drawing/2014/main" id="{FCB2DFB2-18C6-68B5-3F50-9C4AF273C9A6}"/>
              </a:ext>
            </a:extLst>
          </p:cNvPr>
          <p:cNvGraphicFramePr>
            <a:graphicFrameLocks noGrp="1"/>
          </p:cNvGraphicFramePr>
          <p:nvPr>
            <p:ph sz="quarter" idx="13"/>
            <p:extLst>
              <p:ext uri="{D42A27DB-BD31-4B8C-83A1-F6EECF244321}">
                <p14:modId xmlns:p14="http://schemas.microsoft.com/office/powerpoint/2010/main" val="1350253511"/>
              </p:ext>
            </p:extLst>
          </p:nvPr>
        </p:nvGraphicFramePr>
        <p:xfrm>
          <a:off x="6096000" y="328613"/>
          <a:ext cx="5776912" cy="1964944"/>
        </p:xfrm>
        <a:graphic>
          <a:graphicData uri="http://schemas.openxmlformats.org/drawingml/2006/table">
            <a:tbl>
              <a:tblPr>
                <a:tableStyleId>{2D5ABB26-0587-4C30-8999-92F81FD0307C}</a:tableStyleId>
              </a:tblPr>
              <a:tblGrid>
                <a:gridCol w="613797">
                  <a:extLst>
                    <a:ext uri="{9D8B030D-6E8A-4147-A177-3AD203B41FA5}">
                      <a16:colId xmlns:a16="http://schemas.microsoft.com/office/drawing/2014/main" val="2312058624"/>
                    </a:ext>
                  </a:extLst>
                </a:gridCol>
                <a:gridCol w="5163115">
                  <a:extLst>
                    <a:ext uri="{9D8B030D-6E8A-4147-A177-3AD203B41FA5}">
                      <a16:colId xmlns:a16="http://schemas.microsoft.com/office/drawing/2014/main" val="2529335587"/>
                    </a:ext>
                  </a:extLst>
                </a:gridCol>
              </a:tblGrid>
              <a:tr h="240665">
                <a:tc>
                  <a:txBody>
                    <a:bodyPr/>
                    <a:lstStyle/>
                    <a:p>
                      <a:pPr>
                        <a:lnSpc>
                          <a:spcPct val="105000"/>
                        </a:lnSpc>
                      </a:pPr>
                      <a:r>
                        <a:rPr lang="en-US" sz="1600" b="1" dirty="0">
                          <a:solidFill>
                            <a:schemeClr val="bg1"/>
                          </a:solidFill>
                        </a:rPr>
                        <a:t>1</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Background &amp; Objectives </a:t>
                      </a:r>
                    </a:p>
                  </a:txBody>
                  <a:tcPr marL="0" marR="0" marT="0" marB="0"/>
                </a:tc>
                <a:extLst>
                  <a:ext uri="{0D108BD9-81ED-4DB2-BD59-A6C34878D82A}">
                    <a16:rowId xmlns:a16="http://schemas.microsoft.com/office/drawing/2014/main" val="2813600567"/>
                  </a:ext>
                </a:extLst>
              </a:tr>
              <a:tr h="240665">
                <a:tc>
                  <a:txBody>
                    <a:bodyPr/>
                    <a:lstStyle/>
                    <a:p>
                      <a:pPr>
                        <a:lnSpc>
                          <a:spcPct val="105000"/>
                        </a:lnSpc>
                      </a:pPr>
                      <a:r>
                        <a:rPr lang="en-US" sz="1600" b="1" dirty="0">
                          <a:solidFill>
                            <a:schemeClr val="bg1"/>
                          </a:solidFill>
                        </a:rPr>
                        <a:t>2</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Data </a:t>
                      </a:r>
                    </a:p>
                  </a:txBody>
                  <a:tcPr marL="0" marR="0" marT="0" marB="0"/>
                </a:tc>
                <a:extLst>
                  <a:ext uri="{0D108BD9-81ED-4DB2-BD59-A6C34878D82A}">
                    <a16:rowId xmlns:a16="http://schemas.microsoft.com/office/drawing/2014/main" val="2377395039"/>
                  </a:ext>
                </a:extLst>
              </a:tr>
              <a:tr h="240665">
                <a:tc>
                  <a:txBody>
                    <a:bodyPr/>
                    <a:lstStyle/>
                    <a:p>
                      <a:pPr>
                        <a:lnSpc>
                          <a:spcPct val="105000"/>
                        </a:lnSpc>
                      </a:pPr>
                      <a:r>
                        <a:rPr lang="en-US" sz="1600" b="1" dirty="0">
                          <a:solidFill>
                            <a:schemeClr val="bg1"/>
                          </a:solidFill>
                        </a:rPr>
                        <a:t>3</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Proposed methods </a:t>
                      </a:r>
                    </a:p>
                  </a:txBody>
                  <a:tcPr marL="0" marR="0" marT="0" marB="0"/>
                </a:tc>
                <a:extLst>
                  <a:ext uri="{0D108BD9-81ED-4DB2-BD59-A6C34878D82A}">
                    <a16:rowId xmlns:a16="http://schemas.microsoft.com/office/drawing/2014/main" val="3619643445"/>
                  </a:ext>
                </a:extLst>
              </a:tr>
              <a:tr h="240665">
                <a:tc>
                  <a:txBody>
                    <a:bodyPr/>
                    <a:lstStyle/>
                    <a:p>
                      <a:pPr>
                        <a:lnSpc>
                          <a:spcPct val="105000"/>
                        </a:lnSpc>
                      </a:pPr>
                      <a:r>
                        <a:rPr lang="en-US" sz="1600" b="1" dirty="0">
                          <a:solidFill>
                            <a:schemeClr val="bg1"/>
                          </a:solidFill>
                        </a:rPr>
                        <a:t>4</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Matching strategy </a:t>
                      </a:r>
                    </a:p>
                  </a:txBody>
                  <a:tcPr marL="0" marR="0" marT="0" marB="0"/>
                </a:tc>
                <a:extLst>
                  <a:ext uri="{0D108BD9-81ED-4DB2-BD59-A6C34878D82A}">
                    <a16:rowId xmlns:a16="http://schemas.microsoft.com/office/drawing/2014/main" val="2813601940"/>
                  </a:ext>
                </a:extLst>
              </a:tr>
              <a:tr h="240665">
                <a:tc>
                  <a:txBody>
                    <a:bodyPr/>
                    <a:lstStyle/>
                    <a:p>
                      <a:pPr>
                        <a:lnSpc>
                          <a:spcPct val="105000"/>
                        </a:lnSpc>
                      </a:pPr>
                      <a:r>
                        <a:rPr lang="en-US" sz="1600" b="1" dirty="0">
                          <a:solidFill>
                            <a:schemeClr val="bg1"/>
                          </a:solidFill>
                        </a:rPr>
                        <a:t>5</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Donor pool construction </a:t>
                      </a:r>
                    </a:p>
                  </a:txBody>
                  <a:tcPr marL="0" marR="0" marT="0" marB="0"/>
                </a:tc>
                <a:extLst>
                  <a:ext uri="{0D108BD9-81ED-4DB2-BD59-A6C34878D82A}">
                    <a16:rowId xmlns:a16="http://schemas.microsoft.com/office/drawing/2014/main" val="2337709630"/>
                  </a:ext>
                </a:extLst>
              </a:tr>
              <a:tr h="240665">
                <a:tc>
                  <a:txBody>
                    <a:bodyPr/>
                    <a:lstStyle/>
                    <a:p>
                      <a:pPr>
                        <a:lnSpc>
                          <a:spcPct val="105000"/>
                        </a:lnSpc>
                      </a:pPr>
                      <a:r>
                        <a:rPr lang="en-US" sz="1600" b="1" dirty="0">
                          <a:solidFill>
                            <a:schemeClr val="bg1"/>
                          </a:solidFill>
                        </a:rPr>
                        <a:t>6</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Analytical sample </a:t>
                      </a:r>
                    </a:p>
                  </a:txBody>
                  <a:tcPr marL="0" marR="0" marT="0" marB="0"/>
                </a:tc>
                <a:extLst>
                  <a:ext uri="{0D108BD9-81ED-4DB2-BD59-A6C34878D82A}">
                    <a16:rowId xmlns:a16="http://schemas.microsoft.com/office/drawing/2014/main" val="76934812"/>
                  </a:ext>
                </a:extLst>
              </a:tr>
              <a:tr h="240665">
                <a:tc>
                  <a:txBody>
                    <a:bodyPr/>
                    <a:lstStyle/>
                    <a:p>
                      <a:pPr>
                        <a:lnSpc>
                          <a:spcPct val="105000"/>
                        </a:lnSpc>
                      </a:pPr>
                      <a:r>
                        <a:rPr lang="en-US" sz="1600" b="1" dirty="0">
                          <a:solidFill>
                            <a:schemeClr val="bg1"/>
                          </a:solidFill>
                        </a:rPr>
                        <a:t>7</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Staggered Difference-in-Differences framework</a:t>
                      </a:r>
                    </a:p>
                  </a:txBody>
                  <a:tcPr marL="0" marR="0" marT="0" marB="0"/>
                </a:tc>
                <a:extLst>
                  <a:ext uri="{0D108BD9-81ED-4DB2-BD59-A6C34878D82A}">
                    <a16:rowId xmlns:a16="http://schemas.microsoft.com/office/drawing/2014/main" val="118087115"/>
                  </a:ext>
                </a:extLst>
              </a:tr>
              <a:tr h="240665">
                <a:tc>
                  <a:txBody>
                    <a:bodyPr/>
                    <a:lstStyle/>
                    <a:p>
                      <a:pPr>
                        <a:lnSpc>
                          <a:spcPct val="105000"/>
                        </a:lnSpc>
                      </a:pPr>
                      <a:r>
                        <a:rPr lang="en-US" sz="1600" b="1" dirty="0">
                          <a:solidFill>
                            <a:schemeClr val="bg1"/>
                          </a:solidFill>
                        </a:rPr>
                        <a:t>8</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Comments and questions </a:t>
                      </a:r>
                    </a:p>
                  </a:txBody>
                  <a:tcPr marL="0" marR="0" marT="0" marB="0"/>
                </a:tc>
                <a:extLst>
                  <a:ext uri="{0D108BD9-81ED-4DB2-BD59-A6C34878D82A}">
                    <a16:rowId xmlns:a16="http://schemas.microsoft.com/office/drawing/2014/main" val="3573801492"/>
                  </a:ext>
                </a:extLst>
              </a:tr>
            </a:tbl>
          </a:graphicData>
        </a:graphic>
      </p:graphicFrame>
    </p:spTree>
    <p:extLst>
      <p:ext uri="{BB962C8B-B14F-4D97-AF65-F5344CB8AC3E}">
        <p14:creationId xmlns:p14="http://schemas.microsoft.com/office/powerpoint/2010/main" val="260210909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8B308-71B5-6443-191C-8E8E0E0D537C}"/>
              </a:ext>
            </a:extLst>
          </p:cNvPr>
          <p:cNvSpPr>
            <a:spLocks noGrp="1"/>
          </p:cNvSpPr>
          <p:nvPr>
            <p:ph type="title"/>
          </p:nvPr>
        </p:nvSpPr>
        <p:spPr/>
        <p:txBody>
          <a:bodyPr/>
          <a:lstStyle/>
          <a:p>
            <a:r>
              <a:rPr lang="en-GB" dirty="0"/>
              <a:t>Background</a:t>
            </a:r>
            <a:endParaRPr lang="en-US" dirty="0"/>
          </a:p>
        </p:txBody>
      </p:sp>
      <p:sp>
        <p:nvSpPr>
          <p:cNvPr id="4" name="Date Placeholder 3">
            <a:extLst>
              <a:ext uri="{FF2B5EF4-FFF2-40B4-BE49-F238E27FC236}">
                <a16:creationId xmlns:a16="http://schemas.microsoft.com/office/drawing/2014/main" id="{1A737566-A097-97F6-FA0C-B9CD3B0F91E0}"/>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05CAE305-5F8A-FD3F-CF31-CDE42706750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87B8BC1-13C4-0F74-7D43-597B018FC155}"/>
              </a:ext>
            </a:extLst>
          </p:cNvPr>
          <p:cNvSpPr>
            <a:spLocks noGrp="1"/>
          </p:cNvSpPr>
          <p:nvPr>
            <p:ph type="sldNum" sz="quarter" idx="12"/>
          </p:nvPr>
        </p:nvSpPr>
        <p:spPr/>
        <p:txBody>
          <a:bodyPr/>
          <a:lstStyle/>
          <a:p>
            <a:fld id="{CBA53E11-492D-48B3-9F9B-09541CA2A39A}" type="slidenum">
              <a:rPr lang="en-GB" smtClean="0"/>
              <a:t>3</a:t>
            </a:fld>
            <a:endParaRPr lang="en-GB"/>
          </a:p>
        </p:txBody>
      </p:sp>
      <p:sp>
        <p:nvSpPr>
          <p:cNvPr id="8" name="Rectangle 1">
            <a:extLst>
              <a:ext uri="{FF2B5EF4-FFF2-40B4-BE49-F238E27FC236}">
                <a16:creationId xmlns:a16="http://schemas.microsoft.com/office/drawing/2014/main" id="{FCDB47EE-6155-1580-D3AC-71EF674739BC}"/>
              </a:ext>
            </a:extLst>
          </p:cNvPr>
          <p:cNvSpPr>
            <a:spLocks noGrp="1" noChangeArrowheads="1"/>
          </p:cNvSpPr>
          <p:nvPr>
            <p:ph idx="1"/>
          </p:nvPr>
        </p:nvSpPr>
        <p:spPr bwMode="auto">
          <a:xfrm>
            <a:off x="325799" y="1375784"/>
            <a:ext cx="1119965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00000"/>
              </a:lnSpc>
              <a:spcBef>
                <a:spcPct val="0"/>
              </a:spcBef>
              <a:spcAft>
                <a:spcPct val="0"/>
              </a:spcAft>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Clean Air Zones (</a:t>
            </a:r>
            <a:r>
              <a:rPr kumimoji="0" lang="en-US" altLang="en-US" sz="2400" b="1" i="0" u="none" strike="noStrike" cap="none" normalizeH="0" baseline="0" dirty="0">
                <a:ln>
                  <a:noFill/>
                </a:ln>
                <a:solidFill>
                  <a:schemeClr val="tx1"/>
                </a:solidFill>
                <a:effectLst/>
                <a:latin typeface="Arial" panose="020B0604020202020204" pitchFamily="34" charset="0"/>
              </a:rPr>
              <a:t>CAZs</a:t>
            </a:r>
            <a:r>
              <a:rPr kumimoji="0" lang="en-US" altLang="en-US" sz="2400" b="0" i="0" u="none" strike="noStrike" cap="none" normalizeH="0" baseline="0" dirty="0">
                <a:ln>
                  <a:noFill/>
                </a:ln>
                <a:solidFill>
                  <a:schemeClr val="tx1"/>
                </a:solidFill>
                <a:effectLst/>
                <a:latin typeface="Arial" panose="020B0604020202020204" pitchFamily="34" charset="0"/>
              </a:rPr>
              <a:t>) in England and Low Emission Zones (</a:t>
            </a:r>
            <a:r>
              <a:rPr kumimoji="0" lang="en-US" altLang="en-US" sz="2400" b="1" i="0" u="none" strike="noStrike" cap="none" normalizeH="0" baseline="0" dirty="0">
                <a:ln>
                  <a:noFill/>
                </a:ln>
                <a:solidFill>
                  <a:schemeClr val="tx1"/>
                </a:solidFill>
                <a:effectLst/>
                <a:latin typeface="Arial" panose="020B0604020202020204" pitchFamily="34" charset="0"/>
              </a:rPr>
              <a:t>LEZs</a:t>
            </a:r>
            <a:r>
              <a:rPr kumimoji="0" lang="en-US" altLang="en-US" sz="2400" b="0" i="0" u="none" strike="noStrike" cap="none" normalizeH="0" baseline="0" dirty="0">
                <a:ln>
                  <a:noFill/>
                </a:ln>
                <a:solidFill>
                  <a:schemeClr val="tx1"/>
                </a:solidFill>
                <a:effectLst/>
                <a:latin typeface="Arial" panose="020B0604020202020204" pitchFamily="34" charset="0"/>
              </a:rPr>
              <a:t>) in Scotland </a:t>
            </a:r>
            <a:r>
              <a:rPr lang="en-US" sz="2400" dirty="0"/>
              <a:t>are geographically defined areas where older, more polluting vehicles face charges or restrictions. Introduced from 2021 onwards to improve urban air quality in busy city </a:t>
            </a:r>
            <a:r>
              <a:rPr lang="en-US" sz="2400" dirty="0" err="1"/>
              <a:t>centres</a:t>
            </a:r>
            <a:r>
              <a:rPr lang="en-US" sz="2400" dirty="0"/>
              <a:t>.</a:t>
            </a:r>
          </a:p>
          <a:p>
            <a:pPr lvl="0" defTabSz="914400" eaLnBrk="0" fontAlgn="base" hangingPunct="0">
              <a:lnSpc>
                <a:spcPct val="100000"/>
              </a:lnSpc>
              <a:spcBef>
                <a:spcPct val="0"/>
              </a:spcBef>
              <a:spcAft>
                <a:spcPct val="0"/>
              </a:spcAft>
              <a:buFontTx/>
              <a:buChar char="•"/>
            </a:pPr>
            <a:r>
              <a:rPr lang="en-US" sz="2400" b="1" dirty="0"/>
              <a:t>Why might they affect road safety?</a:t>
            </a:r>
            <a:r>
              <a:rPr lang="en-US" sz="2400" dirty="0"/>
              <a:t> By diverting or reducing traffic, changing speed patterns, and shifting mode share, these policies may reduce — or displace — road traffic injuries (RTIs). The direction and magnitude is not a priori clear.</a:t>
            </a:r>
          </a:p>
          <a:p>
            <a:pPr lvl="0" defTabSz="914400" eaLnBrk="0" fontAlgn="base" hangingPunct="0">
              <a:lnSpc>
                <a:spcPct val="100000"/>
              </a:lnSpc>
              <a:spcBef>
                <a:spcPct val="0"/>
              </a:spcBef>
              <a:spcAft>
                <a:spcPct val="0"/>
              </a:spcAft>
              <a:buFontTx/>
              <a:buChar char="•"/>
            </a:pPr>
            <a:r>
              <a:rPr lang="en-US" sz="2400" b="1" dirty="0"/>
              <a:t>Evidence gap:</a:t>
            </a:r>
            <a:r>
              <a:rPr lang="en-US" sz="2400" dirty="0"/>
              <a:t> The causal road safety impact of English CAZs and Scottish LEZ is largely unstudied. The staggered adoption of schemes across cities provides a natural quasi-experimental setting to fill this gap.</a:t>
            </a:r>
            <a:endParaRPr kumimoji="0" lang="en-US" altLang="en-US" sz="2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084215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EB31E-DB8F-9F80-2580-D571C6E5CD23}"/>
              </a:ext>
            </a:extLst>
          </p:cNvPr>
          <p:cNvSpPr>
            <a:spLocks noGrp="1"/>
          </p:cNvSpPr>
          <p:nvPr>
            <p:ph type="title"/>
          </p:nvPr>
        </p:nvSpPr>
        <p:spPr/>
        <p:txBody>
          <a:bodyPr/>
          <a:lstStyle/>
          <a:p>
            <a:r>
              <a:rPr lang="en-US" dirty="0"/>
              <a:t>Objectives</a:t>
            </a:r>
          </a:p>
        </p:txBody>
      </p:sp>
      <p:sp>
        <p:nvSpPr>
          <p:cNvPr id="4" name="Date Placeholder 3">
            <a:extLst>
              <a:ext uri="{FF2B5EF4-FFF2-40B4-BE49-F238E27FC236}">
                <a16:creationId xmlns:a16="http://schemas.microsoft.com/office/drawing/2014/main" id="{24612419-220B-393E-D067-152B5378BCAF}"/>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28DF0426-951C-171F-8A43-D63D6AE911A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914403C-1D47-3B0E-D361-2E4F5008BFD2}"/>
              </a:ext>
            </a:extLst>
          </p:cNvPr>
          <p:cNvSpPr>
            <a:spLocks noGrp="1"/>
          </p:cNvSpPr>
          <p:nvPr>
            <p:ph type="sldNum" sz="quarter" idx="12"/>
          </p:nvPr>
        </p:nvSpPr>
        <p:spPr/>
        <p:txBody>
          <a:bodyPr/>
          <a:lstStyle/>
          <a:p>
            <a:fld id="{CBA53E11-492D-48B3-9F9B-09541CA2A39A}" type="slidenum">
              <a:rPr lang="en-GB" smtClean="0"/>
              <a:t>4</a:t>
            </a:fld>
            <a:endParaRPr lang="en-GB"/>
          </a:p>
        </p:txBody>
      </p:sp>
      <p:sp>
        <p:nvSpPr>
          <p:cNvPr id="7" name="Subtitle 6">
            <a:extLst>
              <a:ext uri="{FF2B5EF4-FFF2-40B4-BE49-F238E27FC236}">
                <a16:creationId xmlns:a16="http://schemas.microsoft.com/office/drawing/2014/main" id="{340870D1-BECE-2492-4EF0-1E761020416F}"/>
              </a:ext>
            </a:extLst>
          </p:cNvPr>
          <p:cNvSpPr>
            <a:spLocks noGrp="1"/>
          </p:cNvSpPr>
          <p:nvPr>
            <p:ph type="subTitle" idx="13"/>
          </p:nvPr>
        </p:nvSpPr>
        <p:spPr/>
        <p:txBody>
          <a:bodyPr/>
          <a:lstStyle/>
          <a:p>
            <a:endParaRPr lang="en-US"/>
          </a:p>
        </p:txBody>
      </p:sp>
      <p:sp>
        <p:nvSpPr>
          <p:cNvPr id="8" name="Rectangle 1">
            <a:extLst>
              <a:ext uri="{FF2B5EF4-FFF2-40B4-BE49-F238E27FC236}">
                <a16:creationId xmlns:a16="http://schemas.microsoft.com/office/drawing/2014/main" id="{3FFBE6CA-3298-C8FA-97E5-DC0FC0C794B1}"/>
              </a:ext>
            </a:extLst>
          </p:cNvPr>
          <p:cNvSpPr>
            <a:spLocks noGrp="1" noChangeArrowheads="1"/>
          </p:cNvSpPr>
          <p:nvPr>
            <p:ph idx="1"/>
          </p:nvPr>
        </p:nvSpPr>
        <p:spPr bwMode="auto">
          <a:xfrm>
            <a:off x="179151" y="1716168"/>
            <a:ext cx="1126592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Evaluate the causal impact of CAZ-LEZ on road traffic injuries.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Quantify changes in injury counts and severity (KSI vs slight) following implementation, disaggregated by travel mode (car, pedestrian, cyclist, other).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Arial" panose="020B0604020202020204" pitchFamily="34" charset="0"/>
              </a:rPr>
              <a:t>Estimate average treatment effects over time after policy introduction.</a:t>
            </a:r>
          </a:p>
          <a:p>
            <a:pPr marL="342900" lvl="0" indent="-342900" defTabSz="914400" eaLnBrk="0" fontAlgn="base" hangingPunct="0">
              <a:lnSpc>
                <a:spcPct val="100000"/>
              </a:lnSpc>
              <a:spcBef>
                <a:spcPct val="0"/>
              </a:spcBef>
              <a:spcAft>
                <a:spcPct val="0"/>
              </a:spcAft>
              <a:buFont typeface="Arial" panose="020B0604020202020204" pitchFamily="34" charset="0"/>
              <a:buChar char="•"/>
            </a:pPr>
            <a:r>
              <a:rPr lang="en-US" sz="2400" dirty="0"/>
              <a:t>Explore heterogeneity in effects across cities, treatment cohorts, road types, and injury severity.</a:t>
            </a:r>
            <a:endParaRPr kumimoji="0" lang="en-US" altLang="en-US" sz="2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171343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7C5B-2755-B0FB-AA47-CC134893161E}"/>
              </a:ext>
            </a:extLst>
          </p:cNvPr>
          <p:cNvSpPr>
            <a:spLocks noGrp="1"/>
          </p:cNvSpPr>
          <p:nvPr>
            <p:ph type="title"/>
          </p:nvPr>
        </p:nvSpPr>
        <p:spPr>
          <a:xfrm>
            <a:off x="318495" y="238870"/>
            <a:ext cx="3329580" cy="3190130"/>
          </a:xfrm>
        </p:spPr>
        <p:txBody>
          <a:bodyPr anchor="t">
            <a:noAutofit/>
          </a:bodyPr>
          <a:lstStyle/>
          <a:p>
            <a:endParaRPr lang="en-US" sz="2000" dirty="0"/>
          </a:p>
        </p:txBody>
      </p:sp>
      <p:sp>
        <p:nvSpPr>
          <p:cNvPr id="4" name="Date Placeholder 3">
            <a:extLst>
              <a:ext uri="{FF2B5EF4-FFF2-40B4-BE49-F238E27FC236}">
                <a16:creationId xmlns:a16="http://schemas.microsoft.com/office/drawing/2014/main" id="{CEEEC556-4D59-6B9E-D041-1B0787A3A5A1}"/>
              </a:ext>
            </a:extLst>
          </p:cNvPr>
          <p:cNvSpPr>
            <a:spLocks noGrp="1"/>
          </p:cNvSpPr>
          <p:nvPr>
            <p:ph type="dt" sz="half" idx="10"/>
          </p:nvPr>
        </p:nvSpPr>
        <p:spPr>
          <a:xfrm>
            <a:off x="10641349" y="6393702"/>
            <a:ext cx="1233647" cy="137270"/>
          </a:xfrm>
        </p:spPr>
        <p:txBody>
          <a:bodyPr anchor="b">
            <a:normAutofit/>
          </a:bodyPr>
          <a:lstStyle/>
          <a:p>
            <a:pPr>
              <a:spcAft>
                <a:spcPts val="600"/>
              </a:spcAft>
            </a:pPr>
            <a:fld id="{95943724-B1DD-482A-99D3-F0B81FE25C13}" type="datetime1">
              <a:rPr lang="en-GB" smtClean="0"/>
              <a:pPr>
                <a:spcAft>
                  <a:spcPts val="600"/>
                </a:spcAft>
              </a:pPr>
              <a:t>19/03/2026</a:t>
            </a:fld>
            <a:endParaRPr lang="en-GB"/>
          </a:p>
        </p:txBody>
      </p:sp>
      <p:sp>
        <p:nvSpPr>
          <p:cNvPr id="23" name="Footer Placeholder 3">
            <a:extLst>
              <a:ext uri="{FF2B5EF4-FFF2-40B4-BE49-F238E27FC236}">
                <a16:creationId xmlns:a16="http://schemas.microsoft.com/office/drawing/2014/main" id="{CE2645F8-A661-DC1B-7E08-9F3BE3DBEB3F}"/>
              </a:ext>
            </a:extLst>
          </p:cNvPr>
          <p:cNvSpPr>
            <a:spLocks noGrp="1"/>
          </p:cNvSpPr>
          <p:nvPr>
            <p:ph type="ftr" sz="quarter" idx="11"/>
          </p:nvPr>
        </p:nvSpPr>
        <p:spPr>
          <a:xfrm>
            <a:off x="1965261" y="6393702"/>
            <a:ext cx="3423452" cy="137272"/>
          </a:xfrm>
        </p:spPr>
        <p:txBody>
          <a:bodyPr/>
          <a:lstStyle/>
          <a:p>
            <a:endParaRPr lang="en-GB"/>
          </a:p>
        </p:txBody>
      </p:sp>
      <p:sp>
        <p:nvSpPr>
          <p:cNvPr id="6" name="Slide Number Placeholder 5">
            <a:extLst>
              <a:ext uri="{FF2B5EF4-FFF2-40B4-BE49-F238E27FC236}">
                <a16:creationId xmlns:a16="http://schemas.microsoft.com/office/drawing/2014/main" id="{0B414E16-AE82-5264-5AC3-D84396E47425}"/>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5</a:t>
            </a:fld>
            <a:endParaRPr lang="en-GB"/>
          </a:p>
        </p:txBody>
      </p:sp>
      <p:pic>
        <p:nvPicPr>
          <p:cNvPr id="18" name="Content Placeholder 17">
            <a:extLst>
              <a:ext uri="{FF2B5EF4-FFF2-40B4-BE49-F238E27FC236}">
                <a16:creationId xmlns:a16="http://schemas.microsoft.com/office/drawing/2014/main" id="{3D0F84BC-6A86-2741-29F3-E624BBD02BE5}"/>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l="14481" r="10803"/>
          <a:stretch>
            <a:fillRect/>
          </a:stretch>
        </p:blipFill>
        <p:spPr>
          <a:xfrm>
            <a:off x="2617776" y="44842"/>
            <a:ext cx="6956447" cy="6813158"/>
          </a:xfrm>
          <a:prstGeom prst="rect">
            <a:avLst/>
          </a:prstGeom>
          <a:noFill/>
        </p:spPr>
      </p:pic>
      <p:sp>
        <p:nvSpPr>
          <p:cNvPr id="20" name="TextBox 19">
            <a:extLst>
              <a:ext uri="{FF2B5EF4-FFF2-40B4-BE49-F238E27FC236}">
                <a16:creationId xmlns:a16="http://schemas.microsoft.com/office/drawing/2014/main" id="{339E3C37-48C8-516C-DC91-04ECD03E1F80}"/>
              </a:ext>
            </a:extLst>
          </p:cNvPr>
          <p:cNvSpPr txBox="1"/>
          <p:nvPr/>
        </p:nvSpPr>
        <p:spPr>
          <a:xfrm>
            <a:off x="2617776" y="2382559"/>
            <a:ext cx="1682814" cy="2092881"/>
          </a:xfrm>
          <a:prstGeom prst="rect">
            <a:avLst/>
          </a:prstGeom>
          <a:noFill/>
        </p:spPr>
        <p:txBody>
          <a:bodyPr wrap="square">
            <a:spAutoFit/>
          </a:bodyPr>
          <a:lstStyle/>
          <a:p>
            <a:r>
              <a:rPr lang="en-GB" sz="1600" dirty="0"/>
              <a:t>Excluding London, there are 12 schemes with staggered adoption dates ranging from 2021 to 2024.</a:t>
            </a:r>
            <a:br>
              <a:rPr lang="en-US" sz="1600" dirty="0"/>
            </a:br>
            <a:endParaRPr lang="en-US" sz="1600" dirty="0"/>
          </a:p>
        </p:txBody>
      </p:sp>
    </p:spTree>
    <p:extLst>
      <p:ext uri="{BB962C8B-B14F-4D97-AF65-F5344CB8AC3E}">
        <p14:creationId xmlns:p14="http://schemas.microsoft.com/office/powerpoint/2010/main" val="41059187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A1311-4D63-76D6-233E-D21E99B72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D3A5B-2471-7FC5-5E83-992CEC6CD69E}"/>
              </a:ext>
            </a:extLst>
          </p:cNvPr>
          <p:cNvSpPr>
            <a:spLocks noGrp="1"/>
          </p:cNvSpPr>
          <p:nvPr>
            <p:ph type="title"/>
          </p:nvPr>
        </p:nvSpPr>
        <p:spPr/>
        <p:txBody>
          <a:bodyPr/>
          <a:lstStyle/>
          <a:p>
            <a:r>
              <a:rPr lang="en-US" dirty="0"/>
              <a:t>Data Architecture  </a:t>
            </a:r>
          </a:p>
        </p:txBody>
      </p:sp>
      <p:sp>
        <p:nvSpPr>
          <p:cNvPr id="3" name="Content Placeholder 2">
            <a:extLst>
              <a:ext uri="{FF2B5EF4-FFF2-40B4-BE49-F238E27FC236}">
                <a16:creationId xmlns:a16="http://schemas.microsoft.com/office/drawing/2014/main" id="{11F22D0D-3D5B-BCDE-BCBB-D71A84E5DA0D}"/>
              </a:ext>
            </a:extLst>
          </p:cNvPr>
          <p:cNvSpPr>
            <a:spLocks noGrp="1"/>
          </p:cNvSpPr>
          <p:nvPr>
            <p:ph idx="1"/>
          </p:nvPr>
        </p:nvSpPr>
        <p:spPr>
          <a:xfrm>
            <a:off x="325800" y="991763"/>
            <a:ext cx="11540763" cy="5269337"/>
          </a:xfrm>
        </p:spPr>
        <p:txBody>
          <a:bodyPr/>
          <a:lstStyle/>
          <a:p>
            <a:endParaRPr lang="en-GB" dirty="0"/>
          </a:p>
          <a:p>
            <a:pPr marL="342900" indent="-342900">
              <a:buFont typeface="Arial" panose="020B0604020202020204" pitchFamily="34" charset="0"/>
              <a:buChar char="•"/>
            </a:pPr>
            <a:r>
              <a:rPr lang="en-GB" dirty="0"/>
              <a:t>CAZ/LEZ maps with implementation dates</a:t>
            </a:r>
          </a:p>
          <a:p>
            <a:pPr marL="342900" indent="-342900">
              <a:buFont typeface="Arial" panose="020B0604020202020204" pitchFamily="34" charset="0"/>
              <a:buChar char="•"/>
            </a:pPr>
            <a:r>
              <a:rPr lang="en-GB" dirty="0"/>
              <a:t>Local Authorities map</a:t>
            </a:r>
          </a:p>
          <a:p>
            <a:pPr marL="342900" indent="-342900">
              <a:buFont typeface="Arial" panose="020B0604020202020204" pitchFamily="34" charset="0"/>
              <a:buChar char="•"/>
            </a:pPr>
            <a:r>
              <a:rPr lang="en-GB" dirty="0"/>
              <a:t>Police reported Road Traffic Injuries (RTI) from STATS19 data 2015-2025 	</a:t>
            </a:r>
          </a:p>
          <a:p>
            <a:pPr marL="666884" lvl="3" indent="-342900"/>
            <a:r>
              <a:rPr lang="en-GB" dirty="0"/>
              <a:t>Severity (KSI, slight) and Mode (car, pedestrian, cyclist, other)</a:t>
            </a:r>
          </a:p>
          <a:p>
            <a:pPr marL="342900" indent="-342900">
              <a:buFont typeface="Arial" panose="020B0604020202020204" pitchFamily="34" charset="0"/>
              <a:buChar char="•"/>
            </a:pPr>
            <a:r>
              <a:rPr lang="en-GB" dirty="0"/>
              <a:t> </a:t>
            </a:r>
            <a:r>
              <a:rPr lang="en-US" dirty="0"/>
              <a:t>Road segments network information data from the OS Open Roads dataset</a:t>
            </a:r>
          </a:p>
          <a:p>
            <a:pPr marL="342900" indent="-342900">
              <a:buFont typeface="Arial" panose="020B0604020202020204" pitchFamily="34" charset="0"/>
              <a:buChar char="•"/>
            </a:pPr>
            <a:r>
              <a:rPr lang="en-US" dirty="0"/>
              <a:t>Census (population, socio-demographic and socioeconomic characteristics) </a:t>
            </a:r>
          </a:p>
          <a:p>
            <a:pPr marL="342900" indent="-342900">
              <a:buFont typeface="Arial" panose="020B0604020202020204" pitchFamily="34" charset="0"/>
              <a:buChar char="•"/>
            </a:pPr>
            <a:r>
              <a:rPr lang="en-US" dirty="0"/>
              <a:t> Amenities and points of interest from OS POI data </a:t>
            </a:r>
          </a:p>
          <a:p>
            <a:pPr marL="342900" indent="-342900">
              <a:buFont typeface="Arial" panose="020B0604020202020204" pitchFamily="34" charset="0"/>
              <a:buChar char="•"/>
            </a:pPr>
            <a:r>
              <a:rPr lang="en-US" dirty="0"/>
              <a:t>Road speed from OS from the Multi-modal Routing Network)</a:t>
            </a:r>
          </a:p>
          <a:p>
            <a:pPr marL="342900" indent="-342900">
              <a:buFont typeface="Arial" panose="020B0604020202020204" pitchFamily="34" charset="0"/>
              <a:buChar char="•"/>
            </a:pPr>
            <a:r>
              <a:rPr lang="en-US" dirty="0"/>
              <a:t> Traffic volume from </a:t>
            </a:r>
            <a:r>
              <a:rPr lang="en-US" dirty="0" err="1"/>
              <a:t>Agilysis</a:t>
            </a:r>
            <a:r>
              <a:rPr lang="en-US" dirty="0"/>
              <a:t> data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sz="2400" b="1" u="sng" dirty="0"/>
          </a:p>
          <a:p>
            <a:endParaRPr lang="en-GB" sz="2400" b="1" u="sng" dirty="0"/>
          </a:p>
          <a:p>
            <a:endParaRPr lang="en-GB" sz="2400" b="1" u="sng" dirty="0"/>
          </a:p>
          <a:p>
            <a:endParaRPr lang="en-GB" sz="2400" b="1" u="sng" dirty="0"/>
          </a:p>
        </p:txBody>
      </p:sp>
      <p:sp>
        <p:nvSpPr>
          <p:cNvPr id="5" name="Date Placeholder 4">
            <a:extLst>
              <a:ext uri="{FF2B5EF4-FFF2-40B4-BE49-F238E27FC236}">
                <a16:creationId xmlns:a16="http://schemas.microsoft.com/office/drawing/2014/main" id="{FCCC3F59-89A3-D103-B47E-3834C40E6DA2}"/>
              </a:ext>
            </a:extLst>
          </p:cNvPr>
          <p:cNvSpPr>
            <a:spLocks noGrp="1"/>
          </p:cNvSpPr>
          <p:nvPr>
            <p:ph type="dt" sz="half" idx="10"/>
          </p:nvPr>
        </p:nvSpPr>
        <p:spPr/>
        <p:txBody>
          <a:bodyPr/>
          <a:lstStyle/>
          <a:p>
            <a:fld id="{91CBBC01-501C-49CD-84A6-974BC549BD21}" type="datetime1">
              <a:rPr lang="en-GB" smtClean="0"/>
              <a:t>19/03/2026</a:t>
            </a:fld>
            <a:endParaRPr lang="en-GB"/>
          </a:p>
        </p:txBody>
      </p:sp>
      <p:sp>
        <p:nvSpPr>
          <p:cNvPr id="6" name="Footer Placeholder 5">
            <a:extLst>
              <a:ext uri="{FF2B5EF4-FFF2-40B4-BE49-F238E27FC236}">
                <a16:creationId xmlns:a16="http://schemas.microsoft.com/office/drawing/2014/main" id="{1400294F-73F3-3D6D-AA32-00A6ABB323C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7E19D75D-B9A1-BB06-6A30-80BB0599B6A9}"/>
              </a:ext>
            </a:extLst>
          </p:cNvPr>
          <p:cNvSpPr>
            <a:spLocks noGrp="1"/>
          </p:cNvSpPr>
          <p:nvPr>
            <p:ph type="sldNum" sz="quarter" idx="12"/>
          </p:nvPr>
        </p:nvSpPr>
        <p:spPr/>
        <p:txBody>
          <a:bodyPr/>
          <a:lstStyle/>
          <a:p>
            <a:fld id="{CBA53E11-492D-48B3-9F9B-09541CA2A39A}" type="slidenum">
              <a:rPr lang="en-GB" smtClean="0"/>
              <a:pPr/>
              <a:t>6</a:t>
            </a:fld>
            <a:endParaRPr lang="en-GB"/>
          </a:p>
        </p:txBody>
      </p:sp>
      <p:sp>
        <p:nvSpPr>
          <p:cNvPr id="4" name="Subtitle 3">
            <a:extLst>
              <a:ext uri="{FF2B5EF4-FFF2-40B4-BE49-F238E27FC236}">
                <a16:creationId xmlns:a16="http://schemas.microsoft.com/office/drawing/2014/main" id="{B15ACDF4-426F-F7B9-3138-F5071F3516B6}"/>
              </a:ext>
            </a:extLst>
          </p:cNvPr>
          <p:cNvSpPr>
            <a:spLocks noGrp="1"/>
          </p:cNvSpPr>
          <p:nvPr>
            <p:ph type="subTitle" idx="13"/>
          </p:nvPr>
        </p:nvSpPr>
        <p:spPr/>
        <p:txBody>
          <a:bodyPr/>
          <a:lstStyle/>
          <a:p>
            <a:r>
              <a:rPr lang="en-GB" dirty="0"/>
              <a:t>Datasets</a:t>
            </a:r>
            <a:endParaRPr lang="en-US" dirty="0"/>
          </a:p>
        </p:txBody>
      </p:sp>
    </p:spTree>
    <p:extLst>
      <p:ext uri="{BB962C8B-B14F-4D97-AF65-F5344CB8AC3E}">
        <p14:creationId xmlns:p14="http://schemas.microsoft.com/office/powerpoint/2010/main" val="303138996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1E4C5-774B-D74A-7E99-150F2626FA65}"/>
              </a:ext>
            </a:extLst>
          </p:cNvPr>
          <p:cNvSpPr>
            <a:spLocks noGrp="1"/>
          </p:cNvSpPr>
          <p:nvPr>
            <p:ph type="title"/>
          </p:nvPr>
        </p:nvSpPr>
        <p:spPr/>
        <p:txBody>
          <a:bodyPr/>
          <a:lstStyle/>
          <a:p>
            <a:r>
              <a:rPr lang="en-GB" dirty="0"/>
              <a:t>Data Linkage </a:t>
            </a:r>
            <a:endParaRPr lang="en-US" dirty="0"/>
          </a:p>
        </p:txBody>
      </p:sp>
      <p:sp>
        <p:nvSpPr>
          <p:cNvPr id="3" name="Content Placeholder 2">
            <a:extLst>
              <a:ext uri="{FF2B5EF4-FFF2-40B4-BE49-F238E27FC236}">
                <a16:creationId xmlns:a16="http://schemas.microsoft.com/office/drawing/2014/main" id="{F5EBFD7E-3981-6488-1D9F-32BE5236A164}"/>
              </a:ext>
            </a:extLst>
          </p:cNvPr>
          <p:cNvSpPr>
            <a:spLocks noGrp="1"/>
          </p:cNvSpPr>
          <p:nvPr>
            <p:ph idx="1"/>
          </p:nvPr>
        </p:nvSpPr>
        <p:spPr/>
        <p:txBody>
          <a:bodyPr/>
          <a:lstStyle/>
          <a:p>
            <a:pPr marL="457200" indent="-457200">
              <a:buFont typeface="+mj-lt"/>
              <a:buAutoNum type="arabicPeriod"/>
            </a:pPr>
            <a:r>
              <a:rPr lang="en-US" dirty="0"/>
              <a:t>Road segments were spatially intersected with LADs</a:t>
            </a:r>
          </a:p>
          <a:p>
            <a:pPr marL="457200" indent="-457200">
              <a:buFont typeface="+mj-lt"/>
              <a:buAutoNum type="arabicPeriod"/>
            </a:pPr>
            <a:r>
              <a:rPr lang="en-US" dirty="0"/>
              <a:t>Filter LADs with population &gt;100,000 (big cities)</a:t>
            </a:r>
          </a:p>
          <a:p>
            <a:pPr marL="457200" indent="-457200">
              <a:buFont typeface="+mj-lt"/>
              <a:buAutoNum type="arabicPeriod"/>
            </a:pPr>
            <a:r>
              <a:rPr lang="en-US" dirty="0"/>
              <a:t>Census, traffic characteristics and amenities were linked via OAs  </a:t>
            </a:r>
          </a:p>
          <a:p>
            <a:pPr marL="457200" indent="-457200">
              <a:buFont typeface="+mj-lt"/>
              <a:buAutoNum type="arabicPeriod"/>
            </a:pPr>
            <a:r>
              <a:rPr lang="en-US" dirty="0"/>
              <a:t>Roads linked to OAs and CAZ/LEZ boundaries (road link is assigned to a CAZ if=&gt;50% within zone) </a:t>
            </a:r>
          </a:p>
          <a:p>
            <a:pPr marL="457200" indent="-457200">
              <a:buFont typeface="+mj-lt"/>
              <a:buAutoNum type="arabicPeriod"/>
            </a:pPr>
            <a:r>
              <a:rPr lang="en-US" dirty="0"/>
              <a:t>RTIs linked to roads</a:t>
            </a:r>
          </a:p>
          <a:p>
            <a:pPr marL="781184" lvl="3" indent="-457200"/>
            <a:r>
              <a:rPr lang="en-US" dirty="0"/>
              <a:t>first classified by road type (Motorway, A, B, minor) </a:t>
            </a:r>
          </a:p>
          <a:p>
            <a:pPr marL="781184" lvl="3" indent="-457200"/>
            <a:r>
              <a:rPr lang="en-US" dirty="0"/>
              <a:t> matched to the nearest road segment of the same class within 50 m; if none was found, a fallback match to any road within 100 m was allowed. </a:t>
            </a:r>
          </a:p>
          <a:p>
            <a:pPr marL="781184" lvl="3" indent="-457200"/>
            <a:r>
              <a:rPr lang="en-US" dirty="0"/>
              <a:t>This two-stage rule reduced misclassification while retaining high match coverage</a:t>
            </a:r>
          </a:p>
          <a:p>
            <a:pPr lvl="3" indent="0">
              <a:buNone/>
            </a:pPr>
            <a:endParaRPr lang="en-US" dirty="0"/>
          </a:p>
        </p:txBody>
      </p:sp>
      <p:sp>
        <p:nvSpPr>
          <p:cNvPr id="4" name="Date Placeholder 3">
            <a:extLst>
              <a:ext uri="{FF2B5EF4-FFF2-40B4-BE49-F238E27FC236}">
                <a16:creationId xmlns:a16="http://schemas.microsoft.com/office/drawing/2014/main" id="{946D148C-FA1B-BDC3-AD62-CA5E7F706F32}"/>
              </a:ext>
            </a:extLst>
          </p:cNvPr>
          <p:cNvSpPr>
            <a:spLocks noGrp="1"/>
          </p:cNvSpPr>
          <p:nvPr>
            <p:ph type="dt" sz="half" idx="10"/>
          </p:nvPr>
        </p:nvSpPr>
        <p:spPr/>
        <p:txBody>
          <a:bodyPr/>
          <a:lstStyle/>
          <a:p>
            <a:fld id="{95943724-B1DD-482A-99D3-F0B81FE25C13}" type="datetime1">
              <a:rPr lang="en-GB" smtClean="0"/>
              <a:t>19/03/2026</a:t>
            </a:fld>
            <a:endParaRPr lang="en-GB" dirty="0"/>
          </a:p>
        </p:txBody>
      </p:sp>
      <p:sp>
        <p:nvSpPr>
          <p:cNvPr id="5" name="Footer Placeholder 4">
            <a:extLst>
              <a:ext uri="{FF2B5EF4-FFF2-40B4-BE49-F238E27FC236}">
                <a16:creationId xmlns:a16="http://schemas.microsoft.com/office/drawing/2014/main" id="{E061C3CB-E13E-1899-3C4D-CB33B0652BD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BD9CD4E-2FA1-91DD-FBCE-AE349411163F}"/>
              </a:ext>
            </a:extLst>
          </p:cNvPr>
          <p:cNvSpPr>
            <a:spLocks noGrp="1"/>
          </p:cNvSpPr>
          <p:nvPr>
            <p:ph type="sldNum" sz="quarter" idx="12"/>
          </p:nvPr>
        </p:nvSpPr>
        <p:spPr/>
        <p:txBody>
          <a:bodyPr/>
          <a:lstStyle/>
          <a:p>
            <a:fld id="{CBA53E11-492D-48B3-9F9B-09541CA2A39A}" type="slidenum">
              <a:rPr lang="en-GB" smtClean="0"/>
              <a:t>7</a:t>
            </a:fld>
            <a:endParaRPr lang="en-GB"/>
          </a:p>
        </p:txBody>
      </p:sp>
      <p:sp>
        <p:nvSpPr>
          <p:cNvPr id="7" name="Subtitle 6">
            <a:extLst>
              <a:ext uri="{FF2B5EF4-FFF2-40B4-BE49-F238E27FC236}">
                <a16:creationId xmlns:a16="http://schemas.microsoft.com/office/drawing/2014/main" id="{E19C3B83-BB92-8F41-9D2B-984521046831}"/>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138589537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0EF0E-3F5D-28E4-1EDF-667F8C01F714}"/>
              </a:ext>
            </a:extLst>
          </p:cNvPr>
          <p:cNvSpPr>
            <a:spLocks noGrp="1"/>
          </p:cNvSpPr>
          <p:nvPr>
            <p:ph type="title"/>
          </p:nvPr>
        </p:nvSpPr>
        <p:spPr/>
        <p:txBody>
          <a:bodyPr/>
          <a:lstStyle/>
          <a:p>
            <a:r>
              <a:rPr lang="en-US" dirty="0"/>
              <a:t>Research Design / Estimation framework </a:t>
            </a:r>
          </a:p>
        </p:txBody>
      </p:sp>
      <p:sp>
        <p:nvSpPr>
          <p:cNvPr id="3" name="Content Placeholder 2">
            <a:extLst>
              <a:ext uri="{FF2B5EF4-FFF2-40B4-BE49-F238E27FC236}">
                <a16:creationId xmlns:a16="http://schemas.microsoft.com/office/drawing/2014/main" id="{EAD3D7B7-0DC3-0DDF-F627-2183BB746CDB}"/>
              </a:ext>
            </a:extLst>
          </p:cNvPr>
          <p:cNvSpPr>
            <a:spLocks noGrp="1"/>
          </p:cNvSpPr>
          <p:nvPr>
            <p:ph idx="1"/>
          </p:nvPr>
        </p:nvSpPr>
        <p:spPr>
          <a:xfrm>
            <a:off x="325800" y="1359959"/>
            <a:ext cx="11540763" cy="4635236"/>
          </a:xfrm>
        </p:spPr>
        <p:txBody>
          <a:bodyPr/>
          <a:lstStyle/>
          <a:p>
            <a:pPr marL="342900" indent="-342900">
              <a:buFont typeface="Arial" panose="020B0604020202020204" pitchFamily="34" charset="0"/>
              <a:buChar char="•"/>
            </a:pPr>
            <a:r>
              <a:rPr lang="en-US" b="1" dirty="0"/>
              <a:t>Modern doubly robust staggered </a:t>
            </a:r>
            <a:r>
              <a:rPr lang="en-US" b="1" dirty="0" err="1"/>
              <a:t>DiD</a:t>
            </a:r>
            <a:r>
              <a:rPr lang="en-US" b="1" dirty="0"/>
              <a:t> estimator  </a:t>
            </a:r>
          </a:p>
          <a:p>
            <a:pPr marL="666884" lvl="3" indent="-342900"/>
            <a:r>
              <a:rPr lang="en-US" dirty="0"/>
              <a:t>avoids </a:t>
            </a:r>
            <a:r>
              <a:rPr lang="en-US" b="1" dirty="0"/>
              <a:t>negative weighting problems</a:t>
            </a:r>
            <a:r>
              <a:rPr lang="en-US" dirty="0"/>
              <a:t> in traditional Two-Way FE </a:t>
            </a:r>
            <a:r>
              <a:rPr lang="en-US" dirty="0" err="1"/>
              <a:t>DiD</a:t>
            </a:r>
            <a:endParaRPr lang="en-US" dirty="0"/>
          </a:p>
          <a:p>
            <a:pPr marL="666884" lvl="3" indent="-342900"/>
            <a:r>
              <a:rPr lang="en-US" dirty="0"/>
              <a:t>allows </a:t>
            </a:r>
            <a:r>
              <a:rPr lang="en-US" b="1" dirty="0"/>
              <a:t>treatment timing heterogeneity</a:t>
            </a:r>
          </a:p>
          <a:p>
            <a:pPr marL="666884" lvl="3" indent="-342900"/>
            <a:r>
              <a:rPr lang="en-US" dirty="0"/>
              <a:t>Estimation combines </a:t>
            </a:r>
            <a:r>
              <a:rPr lang="en-US" b="1" dirty="0"/>
              <a:t>outcome regression modelling </a:t>
            </a:r>
            <a:r>
              <a:rPr lang="en-US" dirty="0"/>
              <a:t>and </a:t>
            </a:r>
            <a:r>
              <a:rPr lang="en-US" b="1" dirty="0"/>
              <a:t>propensity score weighting,</a:t>
            </a:r>
            <a:r>
              <a:rPr lang="en-US" dirty="0"/>
              <a:t> providing consistent estimates if </a:t>
            </a:r>
            <a:r>
              <a:rPr lang="en-US" b="1" dirty="0"/>
              <a:t>either model is correctly specified</a:t>
            </a:r>
            <a:r>
              <a:rPr lang="en-US" dirty="0"/>
              <a:t>. </a:t>
            </a:r>
          </a:p>
          <a:p>
            <a:pPr marL="666884" lvl="3" indent="-342900"/>
            <a:r>
              <a:rPr lang="en-US" dirty="0"/>
              <a:t>Estimates </a:t>
            </a:r>
            <a:r>
              <a:rPr lang="en-US" b="1" dirty="0"/>
              <a:t>group–time average treatment effects (ATT(</a:t>
            </a:r>
            <a:r>
              <a:rPr lang="en-US" b="1" dirty="0" err="1"/>
              <a:t>g,t</a:t>
            </a:r>
            <a:r>
              <a:rPr lang="en-US" b="1" dirty="0"/>
              <a:t>))</a:t>
            </a:r>
            <a:r>
              <a:rPr lang="en-US" dirty="0"/>
              <a:t>, comparing treated units with appropriate comparison groups not-yet-treated or never-treated </a:t>
            </a:r>
            <a:r>
              <a:rPr lang="en-US" b="1" dirty="0">
                <a:solidFill>
                  <a:srgbClr val="FF0000"/>
                </a:solidFill>
              </a:rPr>
              <a:t>controls</a:t>
            </a:r>
            <a:r>
              <a:rPr lang="en-US" dirty="0">
                <a:solidFill>
                  <a:srgbClr val="FF0000"/>
                </a:solidFill>
              </a:rPr>
              <a:t>.</a:t>
            </a:r>
          </a:p>
          <a:p>
            <a:pPr lvl="3" indent="0">
              <a:buNone/>
            </a:pPr>
            <a:endParaRPr lang="en-US" dirty="0"/>
          </a:p>
          <a:p>
            <a:endParaRPr lang="en-US" b="1" dirty="0"/>
          </a:p>
          <a:p>
            <a:endParaRPr lang="en-US" b="1" dirty="0"/>
          </a:p>
          <a:p>
            <a:endParaRPr lang="en-US" b="1" dirty="0"/>
          </a:p>
          <a:p>
            <a:endParaRPr lang="en-US" b="1" dirty="0"/>
          </a:p>
          <a:p>
            <a:endParaRPr lang="en-US" b="1" dirty="0"/>
          </a:p>
          <a:p>
            <a:endParaRPr lang="en-US" dirty="0">
              <a:solidFill>
                <a:srgbClr val="8B4513"/>
              </a:solidFill>
            </a:endParaRPr>
          </a:p>
        </p:txBody>
      </p:sp>
      <p:sp>
        <p:nvSpPr>
          <p:cNvPr id="4" name="Date Placeholder 3">
            <a:extLst>
              <a:ext uri="{FF2B5EF4-FFF2-40B4-BE49-F238E27FC236}">
                <a16:creationId xmlns:a16="http://schemas.microsoft.com/office/drawing/2014/main" id="{52B9ABED-60CC-CFDF-69BE-E6DEF098A6C2}"/>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2FFB2D48-073F-8E5D-D19E-DE92AAFEA392}"/>
              </a:ext>
            </a:extLst>
          </p:cNvPr>
          <p:cNvSpPr>
            <a:spLocks noGrp="1"/>
          </p:cNvSpPr>
          <p:nvPr>
            <p:ph type="ftr" sz="quarter" idx="11"/>
          </p:nvPr>
        </p:nvSpPr>
        <p:spPr>
          <a:xfrm>
            <a:off x="412506" y="654019"/>
            <a:ext cx="7584181" cy="406219"/>
          </a:xfrm>
        </p:spPr>
        <p:txBody>
          <a:bodyPr/>
          <a:lstStyle/>
          <a:p>
            <a:r>
              <a:rPr lang="en-US" dirty="0"/>
              <a:t>Callaway, B., &amp; Sant’Anna, P. H. (2021). Difference-in-differences with multiple time periods. </a:t>
            </a:r>
            <a:r>
              <a:rPr lang="en-US" i="1" dirty="0"/>
              <a:t>Journal of econometrics</a:t>
            </a:r>
            <a:r>
              <a:rPr lang="en-US" dirty="0"/>
              <a:t>, </a:t>
            </a:r>
            <a:r>
              <a:rPr lang="en-US" i="1" dirty="0"/>
              <a:t>225</a:t>
            </a:r>
            <a:r>
              <a:rPr lang="en-US" dirty="0"/>
              <a:t>(2), 200-230.</a:t>
            </a:r>
            <a:endParaRPr lang="en-GB" dirty="0"/>
          </a:p>
        </p:txBody>
      </p:sp>
      <p:sp>
        <p:nvSpPr>
          <p:cNvPr id="6" name="Slide Number Placeholder 5">
            <a:extLst>
              <a:ext uri="{FF2B5EF4-FFF2-40B4-BE49-F238E27FC236}">
                <a16:creationId xmlns:a16="http://schemas.microsoft.com/office/drawing/2014/main" id="{71CD8974-B9D5-454C-718A-B8851F8C3DEF}"/>
              </a:ext>
            </a:extLst>
          </p:cNvPr>
          <p:cNvSpPr>
            <a:spLocks noGrp="1"/>
          </p:cNvSpPr>
          <p:nvPr>
            <p:ph type="sldNum" sz="quarter" idx="12"/>
          </p:nvPr>
        </p:nvSpPr>
        <p:spPr/>
        <p:txBody>
          <a:bodyPr/>
          <a:lstStyle/>
          <a:p>
            <a:fld id="{CBA53E11-492D-48B3-9F9B-09541CA2A39A}" type="slidenum">
              <a:rPr lang="en-GB" smtClean="0"/>
              <a:t>8</a:t>
            </a:fld>
            <a:endParaRPr lang="en-GB"/>
          </a:p>
        </p:txBody>
      </p:sp>
      <p:sp>
        <p:nvSpPr>
          <p:cNvPr id="7" name="Subtitle 6">
            <a:extLst>
              <a:ext uri="{FF2B5EF4-FFF2-40B4-BE49-F238E27FC236}">
                <a16:creationId xmlns:a16="http://schemas.microsoft.com/office/drawing/2014/main" id="{3BCC0ABF-6B23-0BDE-8F40-48F42CEC3FD6}"/>
              </a:ext>
            </a:extLst>
          </p:cNvPr>
          <p:cNvSpPr>
            <a:spLocks noGrp="1"/>
          </p:cNvSpPr>
          <p:nvPr>
            <p:ph type="subTitle" idx="13"/>
          </p:nvPr>
        </p:nvSpPr>
        <p:spPr>
          <a:xfrm>
            <a:off x="325800" y="620196"/>
            <a:ext cx="7670887" cy="309569"/>
          </a:xfrm>
        </p:spPr>
        <p:txBody>
          <a:bodyPr/>
          <a:lstStyle/>
          <a:p>
            <a:r>
              <a:rPr lang="en-US" dirty="0"/>
              <a:t>Difference-in-Differences with Multiple Time Periods </a:t>
            </a:r>
            <a:endParaRPr lang="en-US" b="1" dirty="0"/>
          </a:p>
          <a:p>
            <a:endParaRPr lang="en-US" dirty="0"/>
          </a:p>
        </p:txBody>
      </p:sp>
    </p:spTree>
    <p:extLst>
      <p:ext uri="{BB962C8B-B14F-4D97-AF65-F5344CB8AC3E}">
        <p14:creationId xmlns:p14="http://schemas.microsoft.com/office/powerpoint/2010/main" val="16469564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5C983-3E77-13A1-7113-0F1DAE89AAD7}"/>
              </a:ext>
            </a:extLst>
          </p:cNvPr>
          <p:cNvSpPr>
            <a:spLocks noGrp="1"/>
          </p:cNvSpPr>
          <p:nvPr>
            <p:ph type="title"/>
          </p:nvPr>
        </p:nvSpPr>
        <p:spPr/>
        <p:txBody>
          <a:bodyPr/>
          <a:lstStyle/>
          <a:p>
            <a:r>
              <a:rPr lang="en-GB" dirty="0"/>
              <a:t>Control group</a:t>
            </a:r>
            <a:endParaRPr lang="en-US" dirty="0"/>
          </a:p>
        </p:txBody>
      </p:sp>
      <p:sp>
        <p:nvSpPr>
          <p:cNvPr id="3" name="Content Placeholder 2">
            <a:extLst>
              <a:ext uri="{FF2B5EF4-FFF2-40B4-BE49-F238E27FC236}">
                <a16:creationId xmlns:a16="http://schemas.microsoft.com/office/drawing/2014/main" id="{918A8FB8-35A0-72EC-DE3D-B5BCE9FF02C1}"/>
              </a:ext>
            </a:extLst>
          </p:cNvPr>
          <p:cNvSpPr>
            <a:spLocks noGrp="1"/>
          </p:cNvSpPr>
          <p:nvPr>
            <p:ph idx="1"/>
          </p:nvPr>
        </p:nvSpPr>
        <p:spPr/>
        <p:txBody>
          <a:bodyPr/>
          <a:lstStyle/>
          <a:p>
            <a:pPr marL="342900" indent="-342900">
              <a:buFont typeface="Arial" panose="020B0604020202020204" pitchFamily="34" charset="0"/>
              <a:buChar char="•"/>
            </a:pPr>
            <a:r>
              <a:rPr lang="en-US" dirty="0"/>
              <a:t>CAZ/LEZ policies are not randomly assigned; they are typically implemented in large urban city </a:t>
            </a:r>
            <a:r>
              <a:rPr lang="en-US" dirty="0" err="1"/>
              <a:t>centres</a:t>
            </a:r>
            <a:r>
              <a:rPr lang="en-US" dirty="0"/>
              <a:t> that differ systematically from other areas.</a:t>
            </a:r>
          </a:p>
          <a:p>
            <a:pPr marL="342900" indent="-342900">
              <a:buFont typeface="Arial" panose="020B0604020202020204" pitchFamily="34" charset="0"/>
              <a:buChar char="•"/>
            </a:pPr>
            <a:r>
              <a:rPr lang="en-US" dirty="0"/>
              <a:t>These areas have higher traffic volumes, different road networks, dense urban environments, and higher baseline injury risk.</a:t>
            </a:r>
          </a:p>
          <a:p>
            <a:pPr marL="342900" indent="-342900">
              <a:buFont typeface="Arial" panose="020B0604020202020204" pitchFamily="34" charset="0"/>
              <a:buChar char="•"/>
            </a:pPr>
            <a:r>
              <a:rPr lang="en-US" dirty="0"/>
              <a:t>Using all untreated areas as controls could violate the parallel trends assumption, as many areas follow different pre-treatment injury trajectories.</a:t>
            </a:r>
          </a:p>
          <a:p>
            <a:pPr marL="342900" indent="-342900">
              <a:buFont typeface="Arial" panose="020B0604020202020204" pitchFamily="34" charset="0"/>
              <a:buChar char="•"/>
            </a:pPr>
            <a:r>
              <a:rPr lang="en-US" dirty="0"/>
              <a:t>Therefore, matching is used to restrict the donor pool to OAs comparable to treated areas, improving balance and the credibility of the causal estimates.</a:t>
            </a:r>
          </a:p>
        </p:txBody>
      </p:sp>
      <p:sp>
        <p:nvSpPr>
          <p:cNvPr id="4" name="Date Placeholder 3">
            <a:extLst>
              <a:ext uri="{FF2B5EF4-FFF2-40B4-BE49-F238E27FC236}">
                <a16:creationId xmlns:a16="http://schemas.microsoft.com/office/drawing/2014/main" id="{40C81ED9-74FE-3608-92A4-FF12E61F01CF}"/>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6FFD504A-CEEC-7356-0945-1E01F2F8E49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45C342D-B57A-51E5-6D4A-CC3FD5442EF6}"/>
              </a:ext>
            </a:extLst>
          </p:cNvPr>
          <p:cNvSpPr>
            <a:spLocks noGrp="1"/>
          </p:cNvSpPr>
          <p:nvPr>
            <p:ph type="sldNum" sz="quarter" idx="12"/>
          </p:nvPr>
        </p:nvSpPr>
        <p:spPr/>
        <p:txBody>
          <a:bodyPr/>
          <a:lstStyle/>
          <a:p>
            <a:fld id="{CBA53E11-492D-48B3-9F9B-09541CA2A39A}" type="slidenum">
              <a:rPr lang="en-GB" smtClean="0"/>
              <a:t>9</a:t>
            </a:fld>
            <a:endParaRPr lang="en-GB"/>
          </a:p>
        </p:txBody>
      </p:sp>
      <p:sp>
        <p:nvSpPr>
          <p:cNvPr id="7" name="Subtitle 6">
            <a:extLst>
              <a:ext uri="{FF2B5EF4-FFF2-40B4-BE49-F238E27FC236}">
                <a16:creationId xmlns:a16="http://schemas.microsoft.com/office/drawing/2014/main" id="{0FDE0A66-9504-77BD-AFF4-ACA7EDC4F791}"/>
              </a:ext>
            </a:extLst>
          </p:cNvPr>
          <p:cNvSpPr>
            <a:spLocks noGrp="1"/>
          </p:cNvSpPr>
          <p:nvPr>
            <p:ph type="subTitle" idx="13"/>
          </p:nvPr>
        </p:nvSpPr>
        <p:spPr/>
        <p:txBody>
          <a:bodyPr/>
          <a:lstStyle/>
          <a:p>
            <a:r>
              <a:rPr lang="en-GB" dirty="0"/>
              <a:t>We can’t estimate causal effects directly without a </a:t>
            </a:r>
            <a:r>
              <a:rPr lang="en-US" dirty="0"/>
              <a:t>credible counterfactual</a:t>
            </a:r>
            <a:r>
              <a:rPr lang="en-GB" dirty="0"/>
              <a:t>!</a:t>
            </a:r>
            <a:endParaRPr lang="en-US" dirty="0"/>
          </a:p>
          <a:p>
            <a:endParaRPr lang="en-US" dirty="0"/>
          </a:p>
        </p:txBody>
      </p:sp>
    </p:spTree>
    <p:extLst>
      <p:ext uri="{BB962C8B-B14F-4D97-AF65-F5344CB8AC3E}">
        <p14:creationId xmlns:p14="http://schemas.microsoft.com/office/powerpoint/2010/main" val="47906506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4A4F1-DA23-E81B-1BE5-FE34F92ED162}"/>
              </a:ext>
            </a:extLst>
          </p:cNvPr>
          <p:cNvSpPr>
            <a:spLocks noGrp="1"/>
          </p:cNvSpPr>
          <p:nvPr>
            <p:ph type="title"/>
          </p:nvPr>
        </p:nvSpPr>
        <p:spPr/>
        <p:txBody>
          <a:bodyPr/>
          <a:lstStyle/>
          <a:p>
            <a:r>
              <a:rPr lang="en-US" dirty="0"/>
              <a:t>Matching Strategy</a:t>
            </a:r>
          </a:p>
        </p:txBody>
      </p:sp>
      <p:sp>
        <p:nvSpPr>
          <p:cNvPr id="3" name="Content Placeholder 2">
            <a:extLst>
              <a:ext uri="{FF2B5EF4-FFF2-40B4-BE49-F238E27FC236}">
                <a16:creationId xmlns:a16="http://schemas.microsoft.com/office/drawing/2014/main" id="{875C6F90-92A8-DC47-0155-E4427FC5DBFA}"/>
              </a:ext>
            </a:extLst>
          </p:cNvPr>
          <p:cNvSpPr>
            <a:spLocks noGrp="1"/>
          </p:cNvSpPr>
          <p:nvPr>
            <p:ph idx="1"/>
          </p:nvPr>
        </p:nvSpPr>
        <p:spPr/>
        <p:txBody>
          <a:bodyPr/>
          <a:lstStyle/>
          <a:p>
            <a:r>
              <a:rPr lang="en-US" dirty="0"/>
              <a:t>the Objective: improve comparability between treated and control areas </a:t>
            </a:r>
            <a:r>
              <a:rPr lang="en-US" dirty="0" err="1"/>
              <a:t>ie</a:t>
            </a:r>
            <a:r>
              <a:rPr lang="en-US" b="1" dirty="0"/>
              <a:t> design quality before estimation</a:t>
            </a:r>
            <a:endParaRPr lang="en-US" dirty="0"/>
          </a:p>
          <a:p>
            <a:endParaRPr lang="en-US" dirty="0"/>
          </a:p>
          <a:p>
            <a:r>
              <a:rPr lang="en-US" dirty="0"/>
              <a:t>Match treated OAs to similar non-treated OAs based on:</a:t>
            </a:r>
          </a:p>
          <a:p>
            <a:pPr marL="342900" indent="-342900">
              <a:buFont typeface="Arial" panose="020B0604020202020204" pitchFamily="34" charset="0"/>
              <a:buChar char="•"/>
            </a:pPr>
            <a:r>
              <a:rPr lang="en-US" dirty="0"/>
              <a:t>pre-treatment information: </a:t>
            </a:r>
          </a:p>
          <a:p>
            <a:pPr marL="504891" lvl="2" indent="-342900"/>
            <a:r>
              <a:rPr lang="en-US" dirty="0"/>
              <a:t>injury levels and trends, broken down by injury type and travel mode </a:t>
            </a:r>
          </a:p>
          <a:p>
            <a:pPr marL="342900" indent="-342900">
              <a:buFont typeface="Arial" panose="020B0604020202020204" pitchFamily="34" charset="0"/>
              <a:buChar char="•"/>
            </a:pPr>
            <a:r>
              <a:rPr lang="en-US" dirty="0"/>
              <a:t>Contextual and structural confounders </a:t>
            </a:r>
          </a:p>
          <a:p>
            <a:pPr marL="666884" lvl="3" indent="-342900"/>
            <a:r>
              <a:rPr lang="en-US" dirty="0"/>
              <a:t>Road network: link density, road type mix (A-road %, minor road %), speed limit distribution, junction density</a:t>
            </a:r>
          </a:p>
          <a:p>
            <a:pPr marL="666884" lvl="3" indent="-342900"/>
            <a:r>
              <a:rPr lang="en-US" dirty="0"/>
              <a:t>Traffic exposure</a:t>
            </a:r>
          </a:p>
          <a:p>
            <a:pPr marL="666884" lvl="3" indent="-342900"/>
            <a:r>
              <a:rPr lang="en-US" dirty="0"/>
              <a:t> Sociodemographic and Socioeconomic characteristics </a:t>
            </a:r>
          </a:p>
          <a:p>
            <a:r>
              <a:rPr lang="en-US" dirty="0"/>
              <a:t>Stratified by country (England Vs Scotland) </a:t>
            </a:r>
          </a:p>
        </p:txBody>
      </p:sp>
      <p:sp>
        <p:nvSpPr>
          <p:cNvPr id="4" name="Date Placeholder 3">
            <a:extLst>
              <a:ext uri="{FF2B5EF4-FFF2-40B4-BE49-F238E27FC236}">
                <a16:creationId xmlns:a16="http://schemas.microsoft.com/office/drawing/2014/main" id="{A307639D-0634-957B-95B5-7078ACC95428}"/>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BB69A37A-449C-A150-79E1-96B52543289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543D073-AECA-15F9-848A-87DE652050BC}"/>
              </a:ext>
            </a:extLst>
          </p:cNvPr>
          <p:cNvSpPr>
            <a:spLocks noGrp="1"/>
          </p:cNvSpPr>
          <p:nvPr>
            <p:ph type="sldNum" sz="quarter" idx="12"/>
          </p:nvPr>
        </p:nvSpPr>
        <p:spPr/>
        <p:txBody>
          <a:bodyPr/>
          <a:lstStyle/>
          <a:p>
            <a:fld id="{CBA53E11-492D-48B3-9F9B-09541CA2A39A}" type="slidenum">
              <a:rPr lang="en-GB" smtClean="0"/>
              <a:t>10</a:t>
            </a:fld>
            <a:endParaRPr lang="en-GB"/>
          </a:p>
        </p:txBody>
      </p:sp>
      <p:sp>
        <p:nvSpPr>
          <p:cNvPr id="7" name="Subtitle 6">
            <a:extLst>
              <a:ext uri="{FF2B5EF4-FFF2-40B4-BE49-F238E27FC236}">
                <a16:creationId xmlns:a16="http://schemas.microsoft.com/office/drawing/2014/main" id="{9324A70A-2511-7583-F1BE-A851A90A7417}"/>
              </a:ext>
            </a:extLst>
          </p:cNvPr>
          <p:cNvSpPr>
            <a:spLocks noGrp="1"/>
          </p:cNvSpPr>
          <p:nvPr>
            <p:ph type="subTitle" idx="13"/>
          </p:nvPr>
        </p:nvSpPr>
        <p:spPr/>
        <p:txBody>
          <a:bodyPr/>
          <a:lstStyle/>
          <a:p>
            <a:r>
              <a:rPr lang="en-US" b="1" dirty="0"/>
              <a:t>(design stage) </a:t>
            </a:r>
            <a:endParaRPr lang="en-US" dirty="0"/>
          </a:p>
        </p:txBody>
      </p:sp>
    </p:spTree>
    <p:extLst>
      <p:ext uri="{BB962C8B-B14F-4D97-AF65-F5344CB8AC3E}">
        <p14:creationId xmlns:p14="http://schemas.microsoft.com/office/powerpoint/2010/main" val="169930250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FFAF2-42EE-0056-FDB2-EE243DE9DC9D}"/>
              </a:ext>
            </a:extLst>
          </p:cNvPr>
          <p:cNvSpPr>
            <a:spLocks noGrp="1"/>
          </p:cNvSpPr>
          <p:nvPr>
            <p:ph type="title"/>
          </p:nvPr>
        </p:nvSpPr>
        <p:spPr/>
        <p:txBody>
          <a:bodyPr/>
          <a:lstStyle/>
          <a:p>
            <a:r>
              <a:rPr lang="en-US" dirty="0"/>
              <a:t>Matching method</a:t>
            </a:r>
          </a:p>
        </p:txBody>
      </p:sp>
      <p:sp>
        <p:nvSpPr>
          <p:cNvPr id="3" name="Content Placeholder 2">
            <a:extLst>
              <a:ext uri="{FF2B5EF4-FFF2-40B4-BE49-F238E27FC236}">
                <a16:creationId xmlns:a16="http://schemas.microsoft.com/office/drawing/2014/main" id="{C8760DC5-4176-9E11-E900-69B1E2242DD0}"/>
              </a:ext>
            </a:extLst>
          </p:cNvPr>
          <p:cNvSpPr>
            <a:spLocks noGrp="1"/>
          </p:cNvSpPr>
          <p:nvPr>
            <p:ph idx="1"/>
          </p:nvPr>
        </p:nvSpPr>
        <p:spPr>
          <a:xfrm>
            <a:off x="325800" y="1216325"/>
            <a:ext cx="11540763" cy="5044775"/>
          </a:xfrm>
        </p:spPr>
        <p:txBody>
          <a:bodyPr/>
          <a:lstStyle/>
          <a:p>
            <a:pPr marL="342900" indent="-342900">
              <a:buFont typeface="Arial" panose="020B0604020202020204" pitchFamily="34" charset="0"/>
              <a:buChar char="•"/>
            </a:pPr>
            <a:r>
              <a:rPr lang="en-US" dirty="0"/>
              <a:t>It identifies the control OA, </a:t>
            </a:r>
            <a:r>
              <a:rPr lang="en-US" dirty="0" err="1"/>
              <a:t>minimising</a:t>
            </a:r>
            <a:r>
              <a:rPr lang="en-US" dirty="0"/>
              <a:t> the weighted multivariate distance across all matching variables simultaneously. This deals with multiple pre-treatment trends across outcome types and casualty modes that are, by construction, highly intercorrelated. </a:t>
            </a:r>
          </a:p>
          <a:p>
            <a:pPr marL="342900" indent="-342900">
              <a:buFont typeface="Arial" panose="020B0604020202020204" pitchFamily="34" charset="0"/>
              <a:buChar char="•"/>
            </a:pPr>
            <a:r>
              <a:rPr lang="en-US" dirty="0"/>
              <a:t>We impose a caliper (maximum allowable distance) of 0.25 SD, such that any treated OA for which no sufficiently similar control exists within this distance is excluded rather than matched badly, preventing poor matches from biasing the estimated treatment effects. </a:t>
            </a:r>
          </a:p>
          <a:p>
            <a:pPr marL="342900" indent="-342900">
              <a:buFont typeface="Arial" panose="020B0604020202020204" pitchFamily="34" charset="0"/>
              <a:buChar char="•"/>
            </a:pPr>
            <a:r>
              <a:rPr lang="en-US" dirty="0"/>
              <a:t>Matching is performed separately within each treatment timing cohort, consistent with the grouped treatment structure of the Callaway &amp; Sant'Anna (2021) estimator, </a:t>
            </a:r>
          </a:p>
          <a:p>
            <a:pPr marL="342900" indent="-342900">
              <a:buFont typeface="Arial" panose="020B0604020202020204" pitchFamily="34" charset="0"/>
              <a:buChar char="•"/>
            </a:pPr>
            <a:r>
              <a:rPr lang="en-US" dirty="0"/>
              <a:t> Exact matching is enforced on the country to account for differences in recording, contexts, etc.</a:t>
            </a:r>
          </a:p>
          <a:p>
            <a:pPr marL="342900" indent="-342900">
              <a:buFont typeface="Arial" panose="020B0604020202020204" pitchFamily="34" charset="0"/>
              <a:buChar char="•"/>
            </a:pPr>
            <a:r>
              <a:rPr lang="en-US" dirty="0"/>
              <a:t>Calipers prevent bad matches when treated OAs are unusual, so that if no sufficiently similar control exists, the treated OA is dropped rather.</a:t>
            </a:r>
          </a:p>
          <a:p>
            <a:pPr marL="342900" indent="-342900">
              <a:buFont typeface="Arial" panose="020B0604020202020204" pitchFamily="34" charset="0"/>
              <a:buChar char="•"/>
            </a:pPr>
            <a:endParaRPr lang="en-US" dirty="0"/>
          </a:p>
        </p:txBody>
      </p:sp>
      <p:sp>
        <p:nvSpPr>
          <p:cNvPr id="4" name="Date Placeholder 3">
            <a:extLst>
              <a:ext uri="{FF2B5EF4-FFF2-40B4-BE49-F238E27FC236}">
                <a16:creationId xmlns:a16="http://schemas.microsoft.com/office/drawing/2014/main" id="{5D17733E-2829-38E9-B8F8-2A99ED370EE5}"/>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F3EBD812-7C12-FA60-6ED9-659C6894F4E5}"/>
              </a:ext>
            </a:extLst>
          </p:cNvPr>
          <p:cNvSpPr>
            <a:spLocks noGrp="1"/>
          </p:cNvSpPr>
          <p:nvPr>
            <p:ph type="ftr" sz="quarter" idx="11"/>
          </p:nvPr>
        </p:nvSpPr>
        <p:spPr>
          <a:xfrm>
            <a:off x="1751162" y="5564039"/>
            <a:ext cx="6737229" cy="697061"/>
          </a:xfrm>
        </p:spPr>
        <p:txBody>
          <a:bodyPr/>
          <a:lstStyle/>
          <a:p>
            <a:r>
              <a:rPr lang="en-US" dirty="0"/>
              <a:t>Stuart, E. A. (2010). Matching methods for causal inference: A review and a look forward. </a:t>
            </a:r>
            <a:r>
              <a:rPr lang="en-US" i="1" dirty="0"/>
              <a:t>Statistical science: a review journal of the Institute of Mathematical Statistics</a:t>
            </a:r>
            <a:r>
              <a:rPr lang="en-US" dirty="0"/>
              <a:t>, </a:t>
            </a:r>
            <a:r>
              <a:rPr lang="en-US" i="1" dirty="0"/>
              <a:t>25</a:t>
            </a:r>
            <a:r>
              <a:rPr lang="en-US" dirty="0"/>
              <a:t>(1), 1.</a:t>
            </a:r>
          </a:p>
          <a:p>
            <a:r>
              <a:rPr lang="en-US" dirty="0"/>
              <a:t>Rubin, Donald B. "Bias reduction using </a:t>
            </a:r>
            <a:r>
              <a:rPr lang="en-US" dirty="0" err="1"/>
              <a:t>Mahalanobis</a:t>
            </a:r>
            <a:r>
              <a:rPr lang="en-US" dirty="0"/>
              <a:t>-metric matching." </a:t>
            </a:r>
            <a:r>
              <a:rPr lang="en-US" i="1" dirty="0"/>
              <a:t>Biometrics</a:t>
            </a:r>
            <a:r>
              <a:rPr lang="en-US" dirty="0"/>
              <a:t> (1980): 293-298.</a:t>
            </a:r>
            <a:endParaRPr lang="en-GB" dirty="0"/>
          </a:p>
        </p:txBody>
      </p:sp>
      <p:sp>
        <p:nvSpPr>
          <p:cNvPr id="6" name="Slide Number Placeholder 5">
            <a:extLst>
              <a:ext uri="{FF2B5EF4-FFF2-40B4-BE49-F238E27FC236}">
                <a16:creationId xmlns:a16="http://schemas.microsoft.com/office/drawing/2014/main" id="{2D38427A-CF59-7F08-99F4-B28874F4C088}"/>
              </a:ext>
            </a:extLst>
          </p:cNvPr>
          <p:cNvSpPr>
            <a:spLocks noGrp="1"/>
          </p:cNvSpPr>
          <p:nvPr>
            <p:ph type="sldNum" sz="quarter" idx="12"/>
          </p:nvPr>
        </p:nvSpPr>
        <p:spPr/>
        <p:txBody>
          <a:bodyPr/>
          <a:lstStyle/>
          <a:p>
            <a:fld id="{CBA53E11-492D-48B3-9F9B-09541CA2A39A}" type="slidenum">
              <a:rPr lang="en-GB" smtClean="0"/>
              <a:t>11</a:t>
            </a:fld>
            <a:endParaRPr lang="en-GB"/>
          </a:p>
        </p:txBody>
      </p:sp>
      <p:sp>
        <p:nvSpPr>
          <p:cNvPr id="7" name="Subtitle 6">
            <a:extLst>
              <a:ext uri="{FF2B5EF4-FFF2-40B4-BE49-F238E27FC236}">
                <a16:creationId xmlns:a16="http://schemas.microsoft.com/office/drawing/2014/main" id="{912CF863-4D03-FD9D-B6A7-FDE7658F6ACA}"/>
              </a:ext>
            </a:extLst>
          </p:cNvPr>
          <p:cNvSpPr>
            <a:spLocks noGrp="1"/>
          </p:cNvSpPr>
          <p:nvPr>
            <p:ph type="subTitle" idx="13"/>
          </p:nvPr>
        </p:nvSpPr>
        <p:spPr/>
        <p:txBody>
          <a:bodyPr/>
          <a:lstStyle/>
          <a:p>
            <a:r>
              <a:rPr lang="en-US" dirty="0" err="1"/>
              <a:t>Mahalanobis</a:t>
            </a:r>
            <a:r>
              <a:rPr lang="en-US" dirty="0"/>
              <a:t> distance matching with Caliper at the OA level</a:t>
            </a:r>
          </a:p>
        </p:txBody>
      </p:sp>
    </p:spTree>
    <p:extLst>
      <p:ext uri="{BB962C8B-B14F-4D97-AF65-F5344CB8AC3E}">
        <p14:creationId xmlns:p14="http://schemas.microsoft.com/office/powerpoint/2010/main" val="181429044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C5152-9424-53F4-289F-64B10A58FDE8}"/>
              </a:ext>
            </a:extLst>
          </p:cNvPr>
          <p:cNvSpPr>
            <a:spLocks noGrp="1"/>
          </p:cNvSpPr>
          <p:nvPr>
            <p:ph type="title"/>
          </p:nvPr>
        </p:nvSpPr>
        <p:spPr/>
        <p:txBody>
          <a:bodyPr/>
          <a:lstStyle/>
          <a:p>
            <a:r>
              <a:rPr lang="en-GB" dirty="0"/>
              <a:t>“Proposed” Methods</a:t>
            </a:r>
            <a:endParaRPr lang="en-US" dirty="0"/>
          </a:p>
        </p:txBody>
      </p:sp>
      <p:sp>
        <p:nvSpPr>
          <p:cNvPr id="3" name="Content Placeholder 2">
            <a:extLst>
              <a:ext uri="{FF2B5EF4-FFF2-40B4-BE49-F238E27FC236}">
                <a16:creationId xmlns:a16="http://schemas.microsoft.com/office/drawing/2014/main" id="{8F5EB72B-AABE-1CDF-9C31-5AB04B7FBAB4}"/>
              </a:ext>
            </a:extLst>
          </p:cNvPr>
          <p:cNvSpPr>
            <a:spLocks noGrp="1"/>
          </p:cNvSpPr>
          <p:nvPr>
            <p:ph idx="1"/>
          </p:nvPr>
        </p:nvSpPr>
        <p:spPr>
          <a:xfrm>
            <a:off x="325800" y="439947"/>
            <a:ext cx="11540763" cy="5821153"/>
          </a:xfrm>
        </p:spPr>
        <p:txBody>
          <a:bodyPr/>
          <a:lstStyle/>
          <a:p>
            <a:endParaRPr lang="en-US" b="1" dirty="0"/>
          </a:p>
          <a:p>
            <a:endParaRPr lang="en-US" b="1" dirty="0"/>
          </a:p>
          <a:p>
            <a:r>
              <a:rPr lang="en-US" b="1" dirty="0"/>
              <a:t>OA level (matching dataset)          				Road-link level (analysis dataset)</a:t>
            </a:r>
          </a:p>
          <a:p>
            <a:r>
              <a:rPr lang="en-US" b="1" dirty="0"/>
              <a:t>─────────────────────────         ────────────────────────────────</a:t>
            </a:r>
          </a:p>
          <a:p>
            <a:r>
              <a:rPr lang="en-US" b="1" dirty="0"/>
              <a:t>Census variables                 					 </a:t>
            </a:r>
            <a:r>
              <a:rPr lang="en-US" b="1" dirty="0" err="1"/>
              <a:t>KSI_adj</a:t>
            </a:r>
            <a:r>
              <a:rPr lang="en-US" b="1" dirty="0"/>
              <a:t> / </a:t>
            </a:r>
            <a:r>
              <a:rPr lang="en-US" b="1" dirty="0" err="1"/>
              <a:t>Slight_adj</a:t>
            </a:r>
            <a:endParaRPr lang="en-US" b="1" dirty="0"/>
          </a:p>
          <a:p>
            <a:r>
              <a:rPr lang="en-US" b="1" dirty="0"/>
              <a:t>Network characteristics    ──►  				  × casualty type</a:t>
            </a:r>
          </a:p>
          <a:p>
            <a:r>
              <a:rPr lang="en-US" b="1" dirty="0"/>
              <a:t>Pre-treatment RTI trends         				 × road × quarter</a:t>
            </a:r>
          </a:p>
          <a:p>
            <a:r>
              <a:rPr lang="en-US" b="1" dirty="0"/>
              <a:t>IMD, urban/rural, etc.            </a:t>
            </a:r>
          </a:p>
          <a:p>
            <a:r>
              <a:rPr lang="en-US" b="1" dirty="0"/>
              <a:t>                                  							C&amp;S staggered </a:t>
            </a:r>
            <a:r>
              <a:rPr lang="en-US" b="1" dirty="0" err="1"/>
              <a:t>DiD</a:t>
            </a:r>
            <a:endParaRPr lang="en-US" b="1" dirty="0"/>
          </a:p>
          <a:p>
            <a:r>
              <a:rPr lang="en-US" b="1" dirty="0"/>
              <a:t>        Donor pool               						 on restricted road links</a:t>
            </a:r>
          </a:p>
          <a:p>
            <a:r>
              <a:rPr lang="en-US" b="1" dirty="0"/>
              <a:t>        restriction</a:t>
            </a:r>
          </a:p>
          <a:p>
            <a:endParaRPr lang="en-US" dirty="0"/>
          </a:p>
          <a:p>
            <a:r>
              <a:rPr lang="en-US" b="1" dirty="0"/>
              <a:t>Match OAs to define comparable control OAs, then carry all road links within those matched control OAs into C&amp;S estimation.</a:t>
            </a:r>
            <a:r>
              <a:rPr lang="en-US" dirty="0"/>
              <a:t> </a:t>
            </a:r>
          </a:p>
          <a:p>
            <a:r>
              <a:rPr lang="en-US" dirty="0"/>
              <a:t>The matching happens at the OA level, and the causal estimation happens at the road-link level.</a:t>
            </a:r>
          </a:p>
        </p:txBody>
      </p:sp>
      <p:sp>
        <p:nvSpPr>
          <p:cNvPr id="4" name="Date Placeholder 3">
            <a:extLst>
              <a:ext uri="{FF2B5EF4-FFF2-40B4-BE49-F238E27FC236}">
                <a16:creationId xmlns:a16="http://schemas.microsoft.com/office/drawing/2014/main" id="{8FC30827-B52D-5D0B-BAAE-99BCE72FBD6F}"/>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1A4942C3-0273-E97B-5CBE-A869118B2FD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92F7F08-6B33-EDDB-1A25-B601AC0DE990}"/>
              </a:ext>
            </a:extLst>
          </p:cNvPr>
          <p:cNvSpPr>
            <a:spLocks noGrp="1"/>
          </p:cNvSpPr>
          <p:nvPr>
            <p:ph type="sldNum" sz="quarter" idx="12"/>
          </p:nvPr>
        </p:nvSpPr>
        <p:spPr/>
        <p:txBody>
          <a:bodyPr/>
          <a:lstStyle/>
          <a:p>
            <a:fld id="{CBA53E11-492D-48B3-9F9B-09541CA2A39A}" type="slidenum">
              <a:rPr lang="en-GB" smtClean="0"/>
              <a:t>12</a:t>
            </a:fld>
            <a:endParaRPr lang="en-GB"/>
          </a:p>
        </p:txBody>
      </p:sp>
      <p:sp>
        <p:nvSpPr>
          <p:cNvPr id="7" name="Subtitle 6">
            <a:extLst>
              <a:ext uri="{FF2B5EF4-FFF2-40B4-BE49-F238E27FC236}">
                <a16:creationId xmlns:a16="http://schemas.microsoft.com/office/drawing/2014/main" id="{BC48AB87-18E9-A7CC-D87E-D9E996BDC5C8}"/>
              </a:ext>
            </a:extLst>
          </p:cNvPr>
          <p:cNvSpPr>
            <a:spLocks noGrp="1"/>
          </p:cNvSpPr>
          <p:nvPr>
            <p:ph type="subTitle" idx="13"/>
          </p:nvPr>
        </p:nvSpPr>
        <p:spPr/>
        <p:txBody>
          <a:bodyPr/>
          <a:lstStyle/>
          <a:p>
            <a:r>
              <a:rPr lang="en-US" b="1" dirty="0"/>
              <a:t>Design logic </a:t>
            </a:r>
          </a:p>
          <a:p>
            <a:endParaRPr lang="en-US" dirty="0"/>
          </a:p>
        </p:txBody>
      </p:sp>
    </p:spTree>
    <p:extLst>
      <p:ext uri="{BB962C8B-B14F-4D97-AF65-F5344CB8AC3E}">
        <p14:creationId xmlns:p14="http://schemas.microsoft.com/office/powerpoint/2010/main" val="39778091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C58C9-9A93-499D-9904-34DE086A4E68}"/>
              </a:ext>
            </a:extLst>
          </p:cNvPr>
          <p:cNvSpPr>
            <a:spLocks noGrp="1"/>
          </p:cNvSpPr>
          <p:nvPr>
            <p:ph type="title"/>
          </p:nvPr>
        </p:nvSpPr>
        <p:spPr/>
        <p:txBody>
          <a:bodyPr/>
          <a:lstStyle/>
          <a:p>
            <a:r>
              <a:rPr lang="en-US" dirty="0"/>
              <a:t>Final Analysis Dataset</a:t>
            </a:r>
          </a:p>
        </p:txBody>
      </p:sp>
      <p:sp>
        <p:nvSpPr>
          <p:cNvPr id="3" name="Content Placeholder 2">
            <a:extLst>
              <a:ext uri="{FF2B5EF4-FFF2-40B4-BE49-F238E27FC236}">
                <a16:creationId xmlns:a16="http://schemas.microsoft.com/office/drawing/2014/main" id="{32502507-D24E-B702-6E6F-08B73F21C45D}"/>
              </a:ext>
            </a:extLst>
          </p:cNvPr>
          <p:cNvSpPr>
            <a:spLocks noGrp="1"/>
          </p:cNvSpPr>
          <p:nvPr>
            <p:ph idx="1"/>
          </p:nvPr>
        </p:nvSpPr>
        <p:spPr/>
        <p:txBody>
          <a:bodyPr/>
          <a:lstStyle/>
          <a:p>
            <a:pPr marL="342900" indent="-342900">
              <a:buFont typeface="Arial" panose="020B0604020202020204" pitchFamily="34" charset="0"/>
              <a:buChar char="•"/>
            </a:pPr>
            <a:r>
              <a:rPr lang="en-US" b="1" dirty="0"/>
              <a:t>Panel structure</a:t>
            </a:r>
            <a:r>
              <a:rPr lang="en-US" dirty="0"/>
              <a:t>: Road link x Quarter x Severity (KSI/Slight) x Travel Mode — a four-dimensional panel spanning 2015–2025 (~40 quarters).</a:t>
            </a:r>
          </a:p>
          <a:p>
            <a:pPr marL="342900" indent="-342900">
              <a:buFont typeface="Arial" panose="020B0604020202020204" pitchFamily="34" charset="0"/>
              <a:buChar char="•"/>
            </a:pPr>
            <a:r>
              <a:rPr lang="en-US" b="1" dirty="0"/>
              <a:t>Treated units</a:t>
            </a:r>
            <a:r>
              <a:rPr lang="en-US" dirty="0"/>
              <a:t>: Road links falling within matched treated OAs, within CAZ/LEZ boundaries.</a:t>
            </a:r>
          </a:p>
          <a:p>
            <a:pPr marL="342900" indent="-342900">
              <a:buFont typeface="Arial" panose="020B0604020202020204" pitchFamily="34" charset="0"/>
              <a:buChar char="•"/>
            </a:pPr>
            <a:r>
              <a:rPr lang="en-US" b="1" dirty="0"/>
              <a:t>Control units</a:t>
            </a:r>
            <a:r>
              <a:rPr lang="en-US" dirty="0"/>
              <a:t>: Road links in matched control OAs (1:4 ratio), selected via </a:t>
            </a:r>
            <a:r>
              <a:rPr lang="en-US" dirty="0" err="1"/>
              <a:t>Mahalanobis</a:t>
            </a:r>
            <a:r>
              <a:rPr lang="en-US" dirty="0"/>
              <a:t> matching. Balance confirmed before estimation (SMD &lt; 0.1).</a:t>
            </a:r>
          </a:p>
          <a:p>
            <a:pPr marL="342900" indent="-342900">
              <a:buFont typeface="Arial" panose="020B0604020202020204" pitchFamily="34" charset="0"/>
              <a:buChar char="•"/>
            </a:pPr>
            <a:r>
              <a:rPr lang="en-US" b="1" dirty="0"/>
              <a:t>Dataset scale</a:t>
            </a:r>
            <a:r>
              <a:rPr lang="en-US" dirty="0"/>
              <a:t>: Approximately 11 treated city schemes x multiple road links per OA x 10 outcome models (5 injury types x 2 severity levels) — yielding a large, rich panel for causal estimation.</a:t>
            </a:r>
          </a:p>
          <a:p>
            <a:pPr marL="342900" indent="-342900">
              <a:buFont typeface="Arial" panose="020B0604020202020204" pitchFamily="34" charset="0"/>
              <a:buChar char="•"/>
            </a:pPr>
            <a:r>
              <a:rPr lang="en-US" b="1" dirty="0"/>
              <a:t>Final merge</a:t>
            </a:r>
            <a:r>
              <a:rPr lang="en-US" dirty="0"/>
              <a:t>: Treatment indicators, RTI outcomes, and all covariates joined to produce the analysis-ready dataset.</a:t>
            </a:r>
          </a:p>
        </p:txBody>
      </p:sp>
      <p:sp>
        <p:nvSpPr>
          <p:cNvPr id="4" name="Date Placeholder 3">
            <a:extLst>
              <a:ext uri="{FF2B5EF4-FFF2-40B4-BE49-F238E27FC236}">
                <a16:creationId xmlns:a16="http://schemas.microsoft.com/office/drawing/2014/main" id="{60704162-A658-7775-473E-3C74EE50554D}"/>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A922EF82-F5DB-81AD-057E-104B1EE073A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7BC2649-98AB-8741-68E0-5FA6F07784FD}"/>
              </a:ext>
            </a:extLst>
          </p:cNvPr>
          <p:cNvSpPr>
            <a:spLocks noGrp="1"/>
          </p:cNvSpPr>
          <p:nvPr>
            <p:ph type="sldNum" sz="quarter" idx="12"/>
          </p:nvPr>
        </p:nvSpPr>
        <p:spPr/>
        <p:txBody>
          <a:bodyPr/>
          <a:lstStyle/>
          <a:p>
            <a:fld id="{CBA53E11-492D-48B3-9F9B-09541CA2A39A}" type="slidenum">
              <a:rPr lang="en-GB" smtClean="0"/>
              <a:t>13</a:t>
            </a:fld>
            <a:endParaRPr lang="en-GB"/>
          </a:p>
        </p:txBody>
      </p:sp>
      <p:sp>
        <p:nvSpPr>
          <p:cNvPr id="7" name="Subtitle 6">
            <a:extLst>
              <a:ext uri="{FF2B5EF4-FFF2-40B4-BE49-F238E27FC236}">
                <a16:creationId xmlns:a16="http://schemas.microsoft.com/office/drawing/2014/main" id="{41A7743B-64B9-A8A5-C17F-64859E2DDC64}"/>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201906969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CE5A-5332-76AE-A84D-35EE8667A5D4}"/>
              </a:ext>
            </a:extLst>
          </p:cNvPr>
          <p:cNvSpPr>
            <a:spLocks noGrp="1"/>
          </p:cNvSpPr>
          <p:nvPr>
            <p:ph type="title"/>
          </p:nvPr>
        </p:nvSpPr>
        <p:spPr/>
        <p:txBody>
          <a:bodyPr/>
          <a:lstStyle/>
          <a:p>
            <a:r>
              <a:rPr lang="en-US" dirty="0"/>
              <a:t>Estimation Approaches</a:t>
            </a:r>
          </a:p>
        </p:txBody>
      </p:sp>
      <p:sp>
        <p:nvSpPr>
          <p:cNvPr id="3" name="Content Placeholder 2">
            <a:extLst>
              <a:ext uri="{FF2B5EF4-FFF2-40B4-BE49-F238E27FC236}">
                <a16:creationId xmlns:a16="http://schemas.microsoft.com/office/drawing/2014/main" id="{FBD93FC1-EB34-CDFF-019A-0C296A25A3AE}"/>
              </a:ext>
            </a:extLst>
          </p:cNvPr>
          <p:cNvSpPr>
            <a:spLocks noGrp="1"/>
          </p:cNvSpPr>
          <p:nvPr>
            <p:ph idx="1"/>
          </p:nvPr>
        </p:nvSpPr>
        <p:spPr/>
        <p:txBody>
          <a:bodyPr/>
          <a:lstStyle/>
          <a:p>
            <a:pPr marL="342900" indent="-342900">
              <a:buFont typeface="Arial" panose="020B0604020202020204" pitchFamily="34" charset="0"/>
              <a:buChar char="•"/>
            </a:pPr>
            <a:r>
              <a:rPr lang="en-US" b="1" dirty="0"/>
              <a:t>Outcome Regression (OR): </a:t>
            </a:r>
            <a:r>
              <a:rPr lang="en-US" dirty="0"/>
              <a:t>Models the outcome evolution of comparison units over time using regression.</a:t>
            </a:r>
          </a:p>
          <a:p>
            <a:pPr marL="342900" indent="-342900">
              <a:buFont typeface="Arial" panose="020B0604020202020204" pitchFamily="34" charset="0"/>
              <a:buChar char="•"/>
            </a:pPr>
            <a:r>
              <a:rPr lang="en-US" b="1" dirty="0"/>
              <a:t>Inverse Probability Weighting (IPW): </a:t>
            </a:r>
            <a:r>
              <a:rPr lang="en-US" dirty="0"/>
              <a:t>Weights observations by estimated propensity scores to balance treated and control groups.</a:t>
            </a:r>
          </a:p>
          <a:p>
            <a:pPr marL="342900" indent="-342900">
              <a:buFont typeface="Arial" panose="020B0604020202020204" pitchFamily="34" charset="0"/>
              <a:buChar char="•"/>
            </a:pPr>
            <a:r>
              <a:rPr lang="en-US" b="1" dirty="0"/>
              <a:t>Doubly Robust (DR): </a:t>
            </a:r>
            <a:r>
              <a:rPr lang="en-US" dirty="0"/>
              <a:t>Combines OR and IPW. Consistent if either model is correctly specified. This is the primary estimator reported.</a:t>
            </a:r>
          </a:p>
          <a:p>
            <a:endParaRPr lang="en-US" dirty="0"/>
          </a:p>
          <a:p>
            <a:r>
              <a:rPr lang="en-US" dirty="0"/>
              <a:t>All three are reported for sensitivity. OR and IPW serve as robustness checks against the main DR estimates.</a:t>
            </a:r>
          </a:p>
        </p:txBody>
      </p:sp>
      <p:sp>
        <p:nvSpPr>
          <p:cNvPr id="4" name="Date Placeholder 3">
            <a:extLst>
              <a:ext uri="{FF2B5EF4-FFF2-40B4-BE49-F238E27FC236}">
                <a16:creationId xmlns:a16="http://schemas.microsoft.com/office/drawing/2014/main" id="{6452C420-7831-0E86-9BED-B2E6CA1FE7F3}"/>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289C63B9-AF85-2019-01C6-8433AB66F2D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F84403F-BEA8-B2A9-9E66-85664AD4469F}"/>
              </a:ext>
            </a:extLst>
          </p:cNvPr>
          <p:cNvSpPr>
            <a:spLocks noGrp="1"/>
          </p:cNvSpPr>
          <p:nvPr>
            <p:ph type="sldNum" sz="quarter" idx="12"/>
          </p:nvPr>
        </p:nvSpPr>
        <p:spPr/>
        <p:txBody>
          <a:bodyPr/>
          <a:lstStyle/>
          <a:p>
            <a:fld id="{CBA53E11-492D-48B3-9F9B-09541CA2A39A}" type="slidenum">
              <a:rPr lang="en-GB" smtClean="0"/>
              <a:t>14</a:t>
            </a:fld>
            <a:endParaRPr lang="en-GB"/>
          </a:p>
        </p:txBody>
      </p:sp>
      <p:sp>
        <p:nvSpPr>
          <p:cNvPr id="7" name="Subtitle 6">
            <a:extLst>
              <a:ext uri="{FF2B5EF4-FFF2-40B4-BE49-F238E27FC236}">
                <a16:creationId xmlns:a16="http://schemas.microsoft.com/office/drawing/2014/main" id="{9D5AA54C-A5C1-53E2-8426-379FBF364F8E}"/>
              </a:ext>
            </a:extLst>
          </p:cNvPr>
          <p:cNvSpPr>
            <a:spLocks noGrp="1"/>
          </p:cNvSpPr>
          <p:nvPr>
            <p:ph type="subTitle" idx="13"/>
          </p:nvPr>
        </p:nvSpPr>
        <p:spPr/>
        <p:txBody>
          <a:bodyPr/>
          <a:lstStyle/>
          <a:p>
            <a:r>
              <a:rPr lang="en-US" dirty="0"/>
              <a:t>The Callaway &amp; Sant'Anna (2021) framework offers three estimation strategies:</a:t>
            </a:r>
          </a:p>
          <a:p>
            <a:endParaRPr lang="en-US" dirty="0"/>
          </a:p>
        </p:txBody>
      </p:sp>
    </p:spTree>
    <p:extLst>
      <p:ext uri="{BB962C8B-B14F-4D97-AF65-F5344CB8AC3E}">
        <p14:creationId xmlns:p14="http://schemas.microsoft.com/office/powerpoint/2010/main" val="118024887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F5FAD-C3E4-7896-CA2C-7CF2026491C8}"/>
              </a:ext>
            </a:extLst>
          </p:cNvPr>
          <p:cNvSpPr>
            <a:spLocks noGrp="1"/>
          </p:cNvSpPr>
          <p:nvPr>
            <p:ph type="title"/>
          </p:nvPr>
        </p:nvSpPr>
        <p:spPr/>
        <p:txBody>
          <a:bodyPr/>
          <a:lstStyle/>
          <a:p>
            <a:r>
              <a:rPr lang="en-US" dirty="0"/>
              <a:t>Identification: Parallel Trends Assumption</a:t>
            </a:r>
          </a:p>
        </p:txBody>
      </p:sp>
      <p:sp>
        <p:nvSpPr>
          <p:cNvPr id="3" name="Content Placeholder 2">
            <a:extLst>
              <a:ext uri="{FF2B5EF4-FFF2-40B4-BE49-F238E27FC236}">
                <a16:creationId xmlns:a16="http://schemas.microsoft.com/office/drawing/2014/main" id="{5D7EEE83-BA14-0C1D-AFF0-A5AA38437906}"/>
              </a:ext>
            </a:extLst>
          </p:cNvPr>
          <p:cNvSpPr>
            <a:spLocks noGrp="1"/>
          </p:cNvSpPr>
          <p:nvPr>
            <p:ph idx="1"/>
          </p:nvPr>
        </p:nvSpPr>
        <p:spPr/>
        <p:txBody>
          <a:bodyPr/>
          <a:lstStyle/>
          <a:p>
            <a:pPr marL="342900" indent="-342900">
              <a:buFont typeface="Arial" panose="020B0604020202020204" pitchFamily="34" charset="0"/>
              <a:buChar char="•"/>
            </a:pPr>
            <a:r>
              <a:rPr lang="en-US" b="1" dirty="0"/>
              <a:t>Core assumption</a:t>
            </a:r>
            <a:r>
              <a:rPr lang="en-US" dirty="0"/>
              <a:t>: The parallel trends assumption: in the absence of treatment, injured counts in treated and control OAs would have followed the same trend. This is untestable but made credible by matching and supported empirically.</a:t>
            </a:r>
          </a:p>
          <a:p>
            <a:pPr marL="342900" indent="-342900">
              <a:buFont typeface="Arial" panose="020B0604020202020204" pitchFamily="34" charset="0"/>
              <a:buChar char="•"/>
            </a:pPr>
            <a:r>
              <a:rPr lang="en-US" b="1" dirty="0"/>
              <a:t>Pre-trend test</a:t>
            </a:r>
            <a:r>
              <a:rPr lang="en-US" dirty="0"/>
              <a:t>: Event-study plots show ATT(</a:t>
            </a:r>
            <a:r>
              <a:rPr lang="en-US" dirty="0" err="1"/>
              <a:t>g,t</a:t>
            </a:r>
            <a:r>
              <a:rPr lang="en-US" dirty="0"/>
              <a:t>) estimates for periods before treatment. Coefficients close to zero in pre-treatment periods are the primary evidence of parallel trends.</a:t>
            </a:r>
          </a:p>
          <a:p>
            <a:pPr marL="342900" indent="-342900">
              <a:buFont typeface="Arial" panose="020B0604020202020204" pitchFamily="34" charset="0"/>
              <a:buChar char="•"/>
            </a:pPr>
            <a:r>
              <a:rPr lang="en-US" b="1" dirty="0"/>
              <a:t>Matching reinforces assumption</a:t>
            </a:r>
            <a:r>
              <a:rPr lang="en-US" dirty="0"/>
              <a:t>: </a:t>
            </a:r>
            <a:r>
              <a:rPr lang="en-US" dirty="0" err="1"/>
              <a:t>Mahalanobis</a:t>
            </a:r>
            <a:r>
              <a:rPr lang="en-US" dirty="0"/>
              <a:t> matching on pre-treatment RTI trends (by mode and severity) directly targets the key confounder. If matched units share similar pre-trends, parallel trends is more plausible.</a:t>
            </a:r>
          </a:p>
          <a:p>
            <a:pPr marL="342900" indent="-342900">
              <a:buFont typeface="Arial" panose="020B0604020202020204" pitchFamily="34" charset="0"/>
              <a:buChar char="•"/>
            </a:pPr>
            <a:r>
              <a:rPr lang="en-US" b="1" dirty="0"/>
              <a:t>Anticipation effects: </a:t>
            </a:r>
            <a:r>
              <a:rPr lang="en-US" dirty="0"/>
              <a:t>We assume no anticipatory </a:t>
            </a:r>
            <a:r>
              <a:rPr lang="en-US" dirty="0" err="1"/>
              <a:t>behaviour</a:t>
            </a:r>
            <a:r>
              <a:rPr lang="en-US" dirty="0"/>
              <a:t> (e.g. drivers avoiding a zone before its launch date). CAZ launch dates were not always widely </a:t>
            </a:r>
            <a:r>
              <a:rPr lang="en-US" dirty="0" err="1"/>
              <a:t>publicised</a:t>
            </a:r>
            <a:r>
              <a:rPr lang="en-US" dirty="0"/>
              <a:t> in advance, making this reasonable.</a:t>
            </a:r>
          </a:p>
          <a:p>
            <a:pPr marL="342900" indent="-342900">
              <a:buFont typeface="Arial" panose="020B0604020202020204" pitchFamily="34" charset="0"/>
              <a:buChar char="•"/>
            </a:pPr>
            <a:r>
              <a:rPr lang="en-US" b="1" dirty="0"/>
              <a:t>Sensitivity checks: </a:t>
            </a:r>
            <a:r>
              <a:rPr lang="en-US" dirty="0"/>
              <a:t>Results are replicated using never-treated-only controls, alternative caliper widths (0.15 and 0.35 SD), and placebo zones to test robustness.</a:t>
            </a:r>
          </a:p>
        </p:txBody>
      </p:sp>
      <p:sp>
        <p:nvSpPr>
          <p:cNvPr id="4" name="Date Placeholder 3">
            <a:extLst>
              <a:ext uri="{FF2B5EF4-FFF2-40B4-BE49-F238E27FC236}">
                <a16:creationId xmlns:a16="http://schemas.microsoft.com/office/drawing/2014/main" id="{8D0E0D61-A746-F123-5FA2-BBF725FCB0D0}"/>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8EEDCF93-735F-570E-7BD8-B738D9D3993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F75A932-0791-1AB1-9D43-E66FE9E60B0C}"/>
              </a:ext>
            </a:extLst>
          </p:cNvPr>
          <p:cNvSpPr>
            <a:spLocks noGrp="1"/>
          </p:cNvSpPr>
          <p:nvPr>
            <p:ph type="sldNum" sz="quarter" idx="12"/>
          </p:nvPr>
        </p:nvSpPr>
        <p:spPr/>
        <p:txBody>
          <a:bodyPr/>
          <a:lstStyle/>
          <a:p>
            <a:fld id="{CBA53E11-492D-48B3-9F9B-09541CA2A39A}" type="slidenum">
              <a:rPr lang="en-GB" smtClean="0"/>
              <a:t>15</a:t>
            </a:fld>
            <a:endParaRPr lang="en-GB"/>
          </a:p>
        </p:txBody>
      </p:sp>
      <p:sp>
        <p:nvSpPr>
          <p:cNvPr id="7" name="Subtitle 6">
            <a:extLst>
              <a:ext uri="{FF2B5EF4-FFF2-40B4-BE49-F238E27FC236}">
                <a16:creationId xmlns:a16="http://schemas.microsoft.com/office/drawing/2014/main" id="{2EE74DB2-1AFC-3A7D-045B-4A1495A503F3}"/>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53764671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B3400-8F2D-EB26-1F47-042CAD213B22}"/>
              </a:ext>
            </a:extLst>
          </p:cNvPr>
          <p:cNvSpPr>
            <a:spLocks noGrp="1"/>
          </p:cNvSpPr>
          <p:nvPr>
            <p:ph type="title"/>
          </p:nvPr>
        </p:nvSpPr>
        <p:spPr/>
        <p:txBody>
          <a:bodyPr/>
          <a:lstStyle/>
          <a:p>
            <a:r>
              <a:rPr lang="en-GB" dirty="0"/>
              <a:t>Sensitivity Analysis &amp; </a:t>
            </a:r>
            <a:r>
              <a:rPr lang="en-US" dirty="0"/>
              <a:t>Robustness Checks</a:t>
            </a:r>
          </a:p>
        </p:txBody>
      </p:sp>
      <p:sp>
        <p:nvSpPr>
          <p:cNvPr id="3" name="Content Placeholder 2">
            <a:extLst>
              <a:ext uri="{FF2B5EF4-FFF2-40B4-BE49-F238E27FC236}">
                <a16:creationId xmlns:a16="http://schemas.microsoft.com/office/drawing/2014/main" id="{E7C03765-AB23-1723-F136-994BB8B8FCC6}"/>
              </a:ext>
            </a:extLst>
          </p:cNvPr>
          <p:cNvSpPr>
            <a:spLocks noGrp="1"/>
          </p:cNvSpPr>
          <p:nvPr>
            <p:ph idx="1"/>
          </p:nvPr>
        </p:nvSpPr>
        <p:spPr/>
        <p:txBody>
          <a:bodyPr/>
          <a:lstStyle/>
          <a:p>
            <a:pPr marL="342900" indent="-342900">
              <a:buFont typeface="Arial" panose="020B0604020202020204" pitchFamily="34" charset="0"/>
              <a:buChar char="•"/>
            </a:pPr>
            <a:r>
              <a:rPr lang="en-US" dirty="0"/>
              <a:t>Alternative caliper widths: Matching repeated at 0.15 SD (stricter) and 0.35 SD (looser) to test sensitivity of results to matching tightness.</a:t>
            </a:r>
          </a:p>
          <a:p>
            <a:pPr marL="342900" indent="-342900">
              <a:buFont typeface="Arial" panose="020B0604020202020204" pitchFamily="34" charset="0"/>
              <a:buChar char="•"/>
            </a:pPr>
            <a:r>
              <a:rPr lang="en-US" dirty="0"/>
              <a:t>Alternative control groups: Results replicated using (a) never-treated controls only, and (b) not-yet-treated controls only, to assess robustness of comparison group choice.</a:t>
            </a:r>
          </a:p>
          <a:p>
            <a:pPr marL="342900" indent="-342900">
              <a:buFont typeface="Arial" panose="020B0604020202020204" pitchFamily="34" charset="0"/>
              <a:buChar char="•"/>
            </a:pPr>
            <a:r>
              <a:rPr lang="en-US" dirty="0"/>
              <a:t>Placebo zones: CAZ boundaries shifted or randomly assigned to confirm no spurious treatment effects in control areas.</a:t>
            </a:r>
          </a:p>
          <a:p>
            <a:pPr marL="342900" indent="-342900">
              <a:buFont typeface="Arial" panose="020B0604020202020204" pitchFamily="34" charset="0"/>
              <a:buChar char="•"/>
            </a:pPr>
            <a:r>
              <a:rPr lang="en-US" dirty="0"/>
              <a:t>Alternative RTI linkage rules: RTI-to-road matching repeated using 75 m (primary) and 150 m (fallback) distances to test sensitivity of spatial linkage decisions.</a:t>
            </a:r>
          </a:p>
          <a:p>
            <a:pPr marL="342900" indent="-342900">
              <a:buFont typeface="Arial" panose="020B0604020202020204" pitchFamily="34" charset="0"/>
              <a:buChar char="•"/>
            </a:pPr>
            <a:r>
              <a:rPr lang="en-US" dirty="0"/>
              <a:t>Outcome model specification: Estimation run under negative binomial and Poisson outcome models (in addition to the primary OLS-based DR estimator) given count outcome nature.</a:t>
            </a:r>
          </a:p>
          <a:p>
            <a:pPr marL="342900" indent="-342900">
              <a:buFont typeface="Arial" panose="020B0604020202020204" pitchFamily="34" charset="0"/>
              <a:buChar char="•"/>
            </a:pPr>
            <a:r>
              <a:rPr lang="en-US" dirty="0"/>
              <a:t>Exclusion of small schemes: Analysis repeated dropping the two smallest CAZ areas to check for undue influence of outlier zones on pooled estimates.</a:t>
            </a:r>
          </a:p>
        </p:txBody>
      </p:sp>
      <p:sp>
        <p:nvSpPr>
          <p:cNvPr id="4" name="Date Placeholder 3">
            <a:extLst>
              <a:ext uri="{FF2B5EF4-FFF2-40B4-BE49-F238E27FC236}">
                <a16:creationId xmlns:a16="http://schemas.microsoft.com/office/drawing/2014/main" id="{09331D4F-3477-C33D-DBD0-CA5D79F99286}"/>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3B879C5C-B064-FF8D-2CE0-C75EAD4C026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70675B7-C794-BB22-EE34-4B9E77A0FA27}"/>
              </a:ext>
            </a:extLst>
          </p:cNvPr>
          <p:cNvSpPr>
            <a:spLocks noGrp="1"/>
          </p:cNvSpPr>
          <p:nvPr>
            <p:ph type="sldNum" sz="quarter" idx="12"/>
          </p:nvPr>
        </p:nvSpPr>
        <p:spPr/>
        <p:txBody>
          <a:bodyPr/>
          <a:lstStyle/>
          <a:p>
            <a:fld id="{CBA53E11-492D-48B3-9F9B-09541CA2A39A}" type="slidenum">
              <a:rPr lang="en-GB" smtClean="0"/>
              <a:t>16</a:t>
            </a:fld>
            <a:endParaRPr lang="en-GB"/>
          </a:p>
        </p:txBody>
      </p:sp>
    </p:spTree>
    <p:extLst>
      <p:ext uri="{BB962C8B-B14F-4D97-AF65-F5344CB8AC3E}">
        <p14:creationId xmlns:p14="http://schemas.microsoft.com/office/powerpoint/2010/main" val="196838573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22D78-351E-3EFF-F70E-60FC1C4CB6F8}"/>
              </a:ext>
            </a:extLst>
          </p:cNvPr>
          <p:cNvSpPr>
            <a:spLocks noGrp="1"/>
          </p:cNvSpPr>
          <p:nvPr>
            <p:ph type="title"/>
          </p:nvPr>
        </p:nvSpPr>
        <p:spPr/>
        <p:txBody>
          <a:bodyPr/>
          <a:lstStyle/>
          <a:p>
            <a:r>
              <a:rPr lang="en-GB" dirty="0"/>
              <a:t>Causal pipeline </a:t>
            </a:r>
            <a:endParaRPr lang="en-US" dirty="0"/>
          </a:p>
        </p:txBody>
      </p:sp>
      <p:sp>
        <p:nvSpPr>
          <p:cNvPr id="3" name="Content Placeholder 2">
            <a:extLst>
              <a:ext uri="{FF2B5EF4-FFF2-40B4-BE49-F238E27FC236}">
                <a16:creationId xmlns:a16="http://schemas.microsoft.com/office/drawing/2014/main" id="{59B66A83-EADD-6930-D94E-082E4368BD55}"/>
              </a:ext>
            </a:extLst>
          </p:cNvPr>
          <p:cNvSpPr>
            <a:spLocks noGrp="1"/>
          </p:cNvSpPr>
          <p:nvPr>
            <p:ph idx="1"/>
          </p:nvPr>
        </p:nvSpPr>
        <p:spPr>
          <a:xfrm>
            <a:off x="325800" y="620197"/>
            <a:ext cx="4599883" cy="5640904"/>
          </a:xfrm>
        </p:spPr>
        <p:txBody>
          <a:bodyPr/>
          <a:lstStyle/>
          <a:p>
            <a:r>
              <a:rPr lang="en-US" sz="1800" dirty="0"/>
              <a:t>Linked road-level injury data (road × quarter)</a:t>
            </a:r>
          </a:p>
          <a:p>
            <a:r>
              <a:rPr lang="en-US" sz="1800" dirty="0"/>
              <a:t>                 ↓</a:t>
            </a:r>
          </a:p>
          <a:p>
            <a:r>
              <a:rPr lang="en-US" sz="1800" dirty="0"/>
              <a:t>  OA covariates + pre-treatment RTI trends</a:t>
            </a:r>
          </a:p>
          <a:p>
            <a:r>
              <a:rPr lang="en-US" sz="1800" dirty="0"/>
              <a:t>  (Census, network characteristics, KSI/Slight</a:t>
            </a:r>
          </a:p>
          <a:p>
            <a:r>
              <a:rPr lang="en-US" sz="1800" dirty="0"/>
              <a:t>   trends × casualty mode, seasonality)</a:t>
            </a:r>
          </a:p>
          <a:p>
            <a:r>
              <a:rPr lang="en-US" sz="1800" dirty="0"/>
              <a:t>                                 ↓</a:t>
            </a:r>
          </a:p>
          <a:p>
            <a:r>
              <a:rPr lang="en-US" sz="1800" dirty="0"/>
              <a:t>  Pre-matching exclusions</a:t>
            </a:r>
          </a:p>
          <a:p>
            <a:r>
              <a:rPr lang="en-US" sz="1800" dirty="0"/>
              <a:t>  (LADs &lt;100,000 population and 500m buffer)</a:t>
            </a:r>
          </a:p>
          <a:p>
            <a:r>
              <a:rPr lang="en-US" sz="1800" dirty="0"/>
              <a:t>                                 ↓</a:t>
            </a:r>
          </a:p>
          <a:p>
            <a:r>
              <a:rPr lang="en-US" sz="1800" dirty="0"/>
              <a:t>  </a:t>
            </a:r>
            <a:r>
              <a:rPr lang="en-US" sz="1800" dirty="0" err="1"/>
              <a:t>Mahalanobis</a:t>
            </a:r>
            <a:r>
              <a:rPr lang="en-US" sz="1800" dirty="0"/>
              <a:t> distance matching with caliper</a:t>
            </a:r>
          </a:p>
          <a:p>
            <a:r>
              <a:rPr lang="en-US" sz="1800" dirty="0"/>
              <a:t>  (cohort-stratified, 1:4, 0.25 SD caliper,</a:t>
            </a:r>
          </a:p>
          <a:p>
            <a:r>
              <a:rPr lang="en-US" sz="1800" dirty="0"/>
              <a:t>   exact match on country)</a:t>
            </a:r>
          </a:p>
          <a:p>
            <a:r>
              <a:rPr lang="en-US" sz="1800" dirty="0"/>
              <a:t>                                 ↓</a:t>
            </a:r>
          </a:p>
          <a:p>
            <a:r>
              <a:rPr lang="en-US" sz="1800" dirty="0"/>
              <a:t>  Balance diagnostics ← DECISION POINT</a:t>
            </a:r>
          </a:p>
          <a:p>
            <a:r>
              <a:rPr lang="en-US" sz="1800" dirty="0"/>
              <a:t>  (SMD &lt; 0.1, </a:t>
            </a:r>
            <a:r>
              <a:rPr lang="en-US" sz="1800" dirty="0" err="1"/>
              <a:t>love.plot</a:t>
            </a:r>
            <a:r>
              <a:rPr lang="en-US" sz="1800" dirty="0"/>
              <a:t>, pre-trend overlay)</a:t>
            </a:r>
          </a:p>
          <a:p>
            <a:r>
              <a:rPr lang="en-US" sz="1800" dirty="0"/>
              <a:t>                                 ↓</a:t>
            </a:r>
          </a:p>
        </p:txBody>
      </p:sp>
      <p:sp>
        <p:nvSpPr>
          <p:cNvPr id="4" name="Date Placeholder 3">
            <a:extLst>
              <a:ext uri="{FF2B5EF4-FFF2-40B4-BE49-F238E27FC236}">
                <a16:creationId xmlns:a16="http://schemas.microsoft.com/office/drawing/2014/main" id="{CF032F48-111C-442C-B6FA-0870838932FE}"/>
              </a:ext>
            </a:extLst>
          </p:cNvPr>
          <p:cNvSpPr>
            <a:spLocks noGrp="1"/>
          </p:cNvSpPr>
          <p:nvPr>
            <p:ph type="dt" sz="half" idx="10"/>
          </p:nvPr>
        </p:nvSpPr>
        <p:spPr/>
        <p:txBody>
          <a:bodyPr/>
          <a:lstStyle/>
          <a:p>
            <a:fld id="{95943724-B1DD-482A-99D3-F0B81FE25C13}" type="datetime1">
              <a:rPr lang="en-GB" smtClean="0"/>
              <a:t>19/03/2026</a:t>
            </a:fld>
            <a:endParaRPr lang="en-GB"/>
          </a:p>
        </p:txBody>
      </p:sp>
      <p:sp>
        <p:nvSpPr>
          <p:cNvPr id="5" name="Footer Placeholder 4">
            <a:extLst>
              <a:ext uri="{FF2B5EF4-FFF2-40B4-BE49-F238E27FC236}">
                <a16:creationId xmlns:a16="http://schemas.microsoft.com/office/drawing/2014/main" id="{4541E907-142B-4A97-1A76-CE4C8D840CB3}"/>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62C2499-E534-B915-B399-CC95C403FDC5}"/>
              </a:ext>
            </a:extLst>
          </p:cNvPr>
          <p:cNvSpPr>
            <a:spLocks noGrp="1"/>
          </p:cNvSpPr>
          <p:nvPr>
            <p:ph type="sldNum" sz="quarter" idx="12"/>
          </p:nvPr>
        </p:nvSpPr>
        <p:spPr/>
        <p:txBody>
          <a:bodyPr/>
          <a:lstStyle/>
          <a:p>
            <a:fld id="{CBA53E11-492D-48B3-9F9B-09541CA2A39A}" type="slidenum">
              <a:rPr lang="en-GB" smtClean="0"/>
              <a:t>17</a:t>
            </a:fld>
            <a:endParaRPr lang="en-GB"/>
          </a:p>
        </p:txBody>
      </p:sp>
      <p:sp>
        <p:nvSpPr>
          <p:cNvPr id="9" name="TextBox 8">
            <a:extLst>
              <a:ext uri="{FF2B5EF4-FFF2-40B4-BE49-F238E27FC236}">
                <a16:creationId xmlns:a16="http://schemas.microsoft.com/office/drawing/2014/main" id="{C7CB8C67-8B38-88B2-C94D-0833E09368DE}"/>
              </a:ext>
            </a:extLst>
          </p:cNvPr>
          <p:cNvSpPr txBox="1"/>
          <p:nvPr/>
        </p:nvSpPr>
        <p:spPr>
          <a:xfrm>
            <a:off x="6316692" y="1359959"/>
            <a:ext cx="6094562" cy="3416320"/>
          </a:xfrm>
          <a:prstGeom prst="rect">
            <a:avLst/>
          </a:prstGeom>
          <a:noFill/>
        </p:spPr>
        <p:txBody>
          <a:bodyPr wrap="square">
            <a:spAutoFit/>
          </a:bodyPr>
          <a:lstStyle/>
          <a:p>
            <a:r>
              <a:rPr lang="en-US" dirty="0"/>
              <a:t>	     ↓  </a:t>
            </a:r>
          </a:p>
          <a:p>
            <a:r>
              <a:rPr lang="en-US" sz="1800" dirty="0"/>
              <a:t>Restricted donor pool</a:t>
            </a:r>
          </a:p>
          <a:p>
            <a:r>
              <a:rPr lang="en-US" sz="1800" dirty="0"/>
              <a:t>  (road links in matched control OAs only)</a:t>
            </a:r>
          </a:p>
          <a:p>
            <a:r>
              <a:rPr lang="en-US" sz="1800" dirty="0"/>
              <a:t>                       ↓</a:t>
            </a:r>
          </a:p>
          <a:p>
            <a:r>
              <a:rPr lang="en-US" sz="1800" dirty="0"/>
              <a:t>  Callaway &amp; Sant'Anna staggered </a:t>
            </a:r>
            <a:r>
              <a:rPr lang="en-US" sz="1800" dirty="0" err="1"/>
              <a:t>DiD</a:t>
            </a:r>
            <a:endParaRPr lang="en-US" sz="1800" dirty="0"/>
          </a:p>
          <a:p>
            <a:r>
              <a:rPr lang="en-US" sz="1800" dirty="0"/>
              <a:t>  (doubly robust, clustered at OA level,</a:t>
            </a:r>
          </a:p>
          <a:p>
            <a:r>
              <a:rPr lang="en-US" sz="1800" dirty="0"/>
              <a:t>   never-treated controls, 10 outcome models)</a:t>
            </a:r>
          </a:p>
          <a:p>
            <a:r>
              <a:rPr lang="en-US" sz="1800" dirty="0"/>
              <a:t>                       ↓</a:t>
            </a:r>
          </a:p>
          <a:p>
            <a:r>
              <a:rPr lang="en-US" sz="1800" dirty="0"/>
              <a:t>  ATT(</a:t>
            </a:r>
            <a:r>
              <a:rPr lang="en-US" sz="1800" dirty="0" err="1"/>
              <a:t>g,t</a:t>
            </a:r>
            <a:r>
              <a:rPr lang="en-US" sz="1800" dirty="0"/>
              <a:t>) — cohort × time estimates</a:t>
            </a:r>
          </a:p>
          <a:p>
            <a:r>
              <a:rPr lang="en-US" sz="1800" dirty="0"/>
              <a:t>                       ↓</a:t>
            </a:r>
          </a:p>
          <a:p>
            <a:r>
              <a:rPr lang="en-US" sz="1800" dirty="0"/>
              <a:t>  Aggregation</a:t>
            </a:r>
          </a:p>
          <a:p>
            <a:r>
              <a:rPr lang="en-US" sz="1800" dirty="0"/>
              <a:t>  (overall ATT | event-study | by-cohort)</a:t>
            </a:r>
            <a:endParaRPr lang="en-US" dirty="0"/>
          </a:p>
        </p:txBody>
      </p:sp>
      <p:cxnSp>
        <p:nvCxnSpPr>
          <p:cNvPr id="16" name="Connector: Elbow 15">
            <a:extLst>
              <a:ext uri="{FF2B5EF4-FFF2-40B4-BE49-F238E27FC236}">
                <a16:creationId xmlns:a16="http://schemas.microsoft.com/office/drawing/2014/main" id="{A9F21233-AF96-8BD7-2EFA-45DC901E242B}"/>
              </a:ext>
            </a:extLst>
          </p:cNvPr>
          <p:cNvCxnSpPr/>
          <p:nvPr/>
        </p:nvCxnSpPr>
        <p:spPr>
          <a:xfrm flipV="1">
            <a:off x="2090058" y="1435021"/>
            <a:ext cx="5466303" cy="4149969"/>
          </a:xfrm>
          <a:prstGeom prst="bentConnector3">
            <a:avLst>
              <a:gd name="adj1" fmla="val 58824"/>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05857606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FBCA-4D7D-F121-1540-F4D96744B4F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73CAB9C-F161-A8DA-70F9-625A3F5B177C}"/>
              </a:ext>
            </a:extLst>
          </p:cNvPr>
          <p:cNvSpPr>
            <a:spLocks noGrp="1"/>
          </p:cNvSpPr>
          <p:nvPr>
            <p:ph type="title"/>
          </p:nvPr>
        </p:nvSpPr>
        <p:spPr>
          <a:xfrm>
            <a:off x="318494" y="327819"/>
            <a:ext cx="5163243" cy="3101181"/>
          </a:xfrm>
        </p:spPr>
        <p:txBody>
          <a:bodyPr anchor="t">
            <a:normAutofit fontScale="90000"/>
          </a:bodyPr>
          <a:lstStyle/>
          <a:p>
            <a:r>
              <a:rPr lang="en-GB" sz="5400" dirty="0"/>
              <a:t>A</a:t>
            </a:r>
            <a:r>
              <a:rPr lang="en-US" sz="5400" dirty="0" err="1"/>
              <a:t>ll</a:t>
            </a:r>
            <a:r>
              <a:rPr lang="en-US" sz="5400" dirty="0"/>
              <a:t> data and code are available open access on GitHub</a:t>
            </a:r>
          </a:p>
          <a:p>
            <a:endParaRPr lang="en-US" sz="5400" dirty="0"/>
          </a:p>
        </p:txBody>
      </p:sp>
      <p:sp>
        <p:nvSpPr>
          <p:cNvPr id="4" name="Date Placeholder 3">
            <a:extLst>
              <a:ext uri="{FF2B5EF4-FFF2-40B4-BE49-F238E27FC236}">
                <a16:creationId xmlns:a16="http://schemas.microsoft.com/office/drawing/2014/main" id="{5D72CF4E-E4FB-8FCC-A899-FF33864F423A}"/>
              </a:ext>
            </a:extLst>
          </p:cNvPr>
          <p:cNvSpPr>
            <a:spLocks noGrp="1"/>
          </p:cNvSpPr>
          <p:nvPr>
            <p:ph type="dt" sz="half" idx="10"/>
          </p:nvPr>
        </p:nvSpPr>
        <p:spPr>
          <a:xfrm>
            <a:off x="10641349" y="6393702"/>
            <a:ext cx="1233647" cy="137270"/>
          </a:xfrm>
        </p:spPr>
        <p:txBody>
          <a:bodyPr anchor="b">
            <a:normAutofit/>
          </a:bodyPr>
          <a:lstStyle/>
          <a:p>
            <a:pPr>
              <a:spcAft>
                <a:spcPts val="600"/>
              </a:spcAft>
            </a:pPr>
            <a:fld id="{D6694758-F2C3-4029-8271-39F1DDFDCB40}" type="datetime1">
              <a:rPr lang="en-GB" smtClean="0"/>
              <a:pPr>
                <a:spcAft>
                  <a:spcPts val="600"/>
                </a:spcAft>
              </a:pPr>
              <a:t>19/03/2026</a:t>
            </a:fld>
            <a:endParaRPr lang="en-GB"/>
          </a:p>
        </p:txBody>
      </p:sp>
      <p:sp>
        <p:nvSpPr>
          <p:cNvPr id="17" name="Footer Placeholder 3">
            <a:extLst>
              <a:ext uri="{FF2B5EF4-FFF2-40B4-BE49-F238E27FC236}">
                <a16:creationId xmlns:a16="http://schemas.microsoft.com/office/drawing/2014/main" id="{D9A588F7-9223-3358-78E3-8AAE5BB4F996}"/>
              </a:ext>
            </a:extLst>
          </p:cNvPr>
          <p:cNvSpPr>
            <a:spLocks noGrp="1"/>
          </p:cNvSpPr>
          <p:nvPr>
            <p:ph type="ftr" sz="quarter" idx="11"/>
          </p:nvPr>
        </p:nvSpPr>
        <p:spPr>
          <a:xfrm>
            <a:off x="1965261" y="6393702"/>
            <a:ext cx="3423452" cy="137272"/>
          </a:xfrm>
        </p:spPr>
        <p:txBody>
          <a:bodyPr/>
          <a:lstStyle/>
          <a:p>
            <a:endParaRPr lang="en-GB"/>
          </a:p>
        </p:txBody>
      </p:sp>
      <p:sp>
        <p:nvSpPr>
          <p:cNvPr id="6" name="Slide Number Placeholder 5">
            <a:extLst>
              <a:ext uri="{FF2B5EF4-FFF2-40B4-BE49-F238E27FC236}">
                <a16:creationId xmlns:a16="http://schemas.microsoft.com/office/drawing/2014/main" id="{F99E7FA3-B38D-947F-4794-49C2C5C93420}"/>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18</a:t>
            </a:fld>
            <a:endParaRPr lang="en-GB"/>
          </a:p>
        </p:txBody>
      </p:sp>
      <p:pic>
        <p:nvPicPr>
          <p:cNvPr id="10" name="Picture 9">
            <a:extLst>
              <a:ext uri="{FF2B5EF4-FFF2-40B4-BE49-F238E27FC236}">
                <a16:creationId xmlns:a16="http://schemas.microsoft.com/office/drawing/2014/main" id="{CD6B4082-3A0E-9C6B-FB2E-B58597133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4769" y="327025"/>
            <a:ext cx="5159375" cy="5159375"/>
          </a:xfrm>
          <a:prstGeom prst="rect">
            <a:avLst/>
          </a:prstGeom>
          <a:noFill/>
        </p:spPr>
      </p:pic>
      <p:sp>
        <p:nvSpPr>
          <p:cNvPr id="8" name="TextBox 7">
            <a:extLst>
              <a:ext uri="{FF2B5EF4-FFF2-40B4-BE49-F238E27FC236}">
                <a16:creationId xmlns:a16="http://schemas.microsoft.com/office/drawing/2014/main" id="{FE4685E9-0B8D-9C86-9377-B61152ABEF63}"/>
              </a:ext>
            </a:extLst>
          </p:cNvPr>
          <p:cNvSpPr txBox="1"/>
          <p:nvPr/>
        </p:nvSpPr>
        <p:spPr>
          <a:xfrm>
            <a:off x="552091" y="4037162"/>
            <a:ext cx="6461184" cy="646331"/>
          </a:xfrm>
          <a:prstGeom prst="rect">
            <a:avLst/>
          </a:prstGeom>
          <a:noFill/>
        </p:spPr>
        <p:txBody>
          <a:bodyPr wrap="square">
            <a:spAutoFit/>
          </a:bodyPr>
          <a:lstStyle/>
          <a:p>
            <a:r>
              <a:rPr lang="en-US" sz="3600" b="1" i="1" dirty="0">
                <a:solidFill>
                  <a:schemeClr val="accent1"/>
                </a:solidFill>
              </a:rPr>
              <a:t>Thank you</a:t>
            </a:r>
          </a:p>
        </p:txBody>
      </p:sp>
    </p:spTree>
    <p:extLst>
      <p:ext uri="{BB962C8B-B14F-4D97-AF65-F5344CB8AC3E}">
        <p14:creationId xmlns:p14="http://schemas.microsoft.com/office/powerpoint/2010/main" val="3744754738"/>
      </p:ext>
    </p:extLst>
  </p:cSld>
  <p:clrMapOvr>
    <a:masterClrMapping/>
  </p:clrMapOvr>
  <p:transition>
    <p:fade/>
  </p:transition>
</p:sld>
</file>

<file path=ppt/theme/theme1.xml><?xml version="1.0" encoding="utf-8"?>
<a:theme xmlns:a="http://schemas.openxmlformats.org/drawingml/2006/main" name="ICL PPT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Sans font theme">
      <a:majorFont>
        <a:latin typeface="Imperial Sans Text Semibold"/>
        <a:ea typeface=""/>
        <a:cs typeface=""/>
      </a:majorFont>
      <a:minorFont>
        <a:latin typeface="Imperial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Imperial_PowerPoint_16_9_simplified template" id="{AC92FECB-A8A0-E646-A419-0F8545DB9962}" vid="{4B3D5CAF-CC99-E94B-B0A1-08E0379C17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4BBFDCE9C65C45B257CD4C89E0CC4C" ma:contentTypeVersion="3" ma:contentTypeDescription="Create a new document." ma:contentTypeScope="" ma:versionID="024eea61a99e276f29bb4de829abc010">
  <xsd:schema xmlns:xsd="http://www.w3.org/2001/XMLSchema" xmlns:xs="http://www.w3.org/2001/XMLSchema" xmlns:p="http://schemas.microsoft.com/office/2006/metadata/properties" xmlns:ns2="58ccc919-a085-4c55-a8d0-fc57436857d8" targetNamespace="http://schemas.microsoft.com/office/2006/metadata/properties" ma:root="true" ma:fieldsID="6c52aa458bad14d68220b81cc9789cb2" ns2:_="">
    <xsd:import namespace="58ccc919-a085-4c55-a8d0-fc57436857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ccc919-a085-4c55-a8d0-fc57436857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2545B1-F5A6-481C-9ECA-608EE6E0B992}">
  <ds:schemaRefs>
    <ds:schemaRef ds:uri="http://schemas.microsoft.com/sharepoint/v3/contenttype/forms"/>
  </ds:schemaRefs>
</ds:datastoreItem>
</file>

<file path=customXml/itemProps2.xml><?xml version="1.0" encoding="utf-8"?>
<ds:datastoreItem xmlns:ds="http://schemas.openxmlformats.org/officeDocument/2006/customXml" ds:itemID="{82739277-F501-4DD3-AC3E-E62D288923D9}">
  <ds:schemaRefs>
    <ds:schemaRef ds:uri="http://schemas.microsoft.com/office/2006/metadata/properties"/>
    <ds:schemaRef ds:uri="http://purl.org/dc/dcmitype/"/>
    <ds:schemaRef ds:uri="http://schemas.openxmlformats.org/package/2006/metadata/core-properties"/>
    <ds:schemaRef ds:uri="http://purl.org/dc/elements/1.1/"/>
    <ds:schemaRef ds:uri="http://schemas.microsoft.com/office/2006/documentManagement/types"/>
    <ds:schemaRef ds:uri="http://purl.org/dc/terms/"/>
    <ds:schemaRef ds:uri="d0201ca7-26fa-426c-b12d-c4c6e5857dcc"/>
    <ds:schemaRef ds:uri="http://www.w3.org/XML/1998/namespace"/>
    <ds:schemaRef ds:uri="http://schemas.microsoft.com/office/infopath/2007/PartnerControls"/>
    <ds:schemaRef ds:uri="df1ede62-d5df-40e3-a8ec-fa53b1631612"/>
    <ds:schemaRef ds:uri="6d1e2927-7a8e-4755-b112-de5aaecc1c06"/>
  </ds:schemaRefs>
</ds:datastoreItem>
</file>

<file path=customXml/itemProps3.xml><?xml version="1.0" encoding="utf-8"?>
<ds:datastoreItem xmlns:ds="http://schemas.openxmlformats.org/officeDocument/2006/customXml" ds:itemID="{0DD65134-D972-43CF-B603-94E0F8ABB0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ccc919-a085-4c55-a8d0-fc5743685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Imperial_Sans_PowerPoint_16_9_simplified template</Template>
  <TotalTime>905</TotalTime>
  <Words>1915</Words>
  <Application>Microsoft Office PowerPoint</Application>
  <PresentationFormat>Widescreen</PresentationFormat>
  <Paragraphs>204</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Imperial Sans Text</vt:lpstr>
      <vt:lpstr>Imperial Sans Text Medium</vt:lpstr>
      <vt:lpstr>Imperial Sans Text Semibold</vt:lpstr>
      <vt:lpstr>Inter Medium</vt:lpstr>
      <vt:lpstr>ICL PPT Theme</vt:lpstr>
      <vt:lpstr>Evaluation of the impact of Air pollution policies on road traffic injuries in England and Scotland</vt:lpstr>
      <vt:lpstr>Overview</vt:lpstr>
      <vt:lpstr>Background</vt:lpstr>
      <vt:lpstr>Objectives</vt:lpstr>
      <vt:lpstr>PowerPoint Presentation</vt:lpstr>
      <vt:lpstr>Data Architecture  </vt:lpstr>
      <vt:lpstr>Data Linkage </vt:lpstr>
      <vt:lpstr>Research Design / Estimation framework </vt:lpstr>
      <vt:lpstr>Control group</vt:lpstr>
      <vt:lpstr>Matching Strategy</vt:lpstr>
      <vt:lpstr>Matching method</vt:lpstr>
      <vt:lpstr>“Proposed” Methods</vt:lpstr>
      <vt:lpstr>Final Analysis Dataset</vt:lpstr>
      <vt:lpstr>Estimation Approaches</vt:lpstr>
      <vt:lpstr>Identification: Parallel Trends Assumption</vt:lpstr>
      <vt:lpstr>Sensitivity Analysis &amp; Robustness Checks</vt:lpstr>
      <vt:lpstr>Causal pipeline </vt:lpstr>
      <vt:lpstr>All data and code are available open access on GitHub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Alkhatib, Ahmad</dc:creator>
  <cp:lastModifiedBy>Alkhatib, Ahmad</cp:lastModifiedBy>
  <cp:revision>1</cp:revision>
  <dcterms:created xsi:type="dcterms:W3CDTF">2026-03-18T09:59:18Z</dcterms:created>
  <dcterms:modified xsi:type="dcterms:W3CDTF">2026-03-19T17:58:40Z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0x010100A04BBFDCE9C65C45B257CD4C89E0CC4C</vt:lpwstr>
  </property>
  <property fmtid="{D5CDD505-2E9C-101B-9397-08002B2CF9AE}" pid="3" name="MediaServiceImageTags">
    <vt:lpwstr/>
  </property>
</Properties>
</file>