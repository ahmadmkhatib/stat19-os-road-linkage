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4"/>
  </p:notesMasterIdLst>
  <p:sldIdLst>
    <p:sldId id="258" r:id="rId5"/>
    <p:sldId id="293" r:id="rId6"/>
    <p:sldId id="314" r:id="rId7"/>
    <p:sldId id="315" r:id="rId8"/>
    <p:sldId id="295" r:id="rId9"/>
    <p:sldId id="304" r:id="rId10"/>
    <p:sldId id="305" r:id="rId11"/>
    <p:sldId id="302" r:id="rId12"/>
    <p:sldId id="303" r:id="rId13"/>
    <p:sldId id="306" r:id="rId14"/>
    <p:sldId id="316" r:id="rId15"/>
    <p:sldId id="307" r:id="rId16"/>
    <p:sldId id="308" r:id="rId17"/>
    <p:sldId id="310" r:id="rId18"/>
    <p:sldId id="311" r:id="rId19"/>
    <p:sldId id="312" r:id="rId20"/>
    <p:sldId id="309" r:id="rId21"/>
    <p:sldId id="313" r:id="rId22"/>
    <p:sldId id="301" r:id="rId23"/>
  </p:sldIdLst>
  <p:sldSz cx="12192000" cy="6858000"/>
  <p:notesSz cx="6858000" cy="9144000"/>
  <p:defaultTextStyle>
    <a:defPPr>
      <a:defRPr lang="en-US"/>
    </a:defPPr>
    <a:lvl1pPr marL="0" algn="l" defTabSz="914353" rtl="0" eaLnBrk="1" latinLnBrk="0" hangingPunct="1">
      <a:defRPr sz="1800" kern="1200">
        <a:solidFill>
          <a:schemeClr val="tx1"/>
        </a:solidFill>
        <a:latin typeface="+mn-lt"/>
        <a:ea typeface="+mn-ea"/>
        <a:cs typeface="+mn-cs"/>
      </a:defRPr>
    </a:lvl1pPr>
    <a:lvl2pPr marL="457177" algn="l" defTabSz="914353" rtl="0" eaLnBrk="1" latinLnBrk="0" hangingPunct="1">
      <a:defRPr sz="1800" kern="1200">
        <a:solidFill>
          <a:schemeClr val="tx1"/>
        </a:solidFill>
        <a:latin typeface="+mn-lt"/>
        <a:ea typeface="+mn-ea"/>
        <a:cs typeface="+mn-cs"/>
      </a:defRPr>
    </a:lvl2pPr>
    <a:lvl3pPr marL="914353" algn="l" defTabSz="914353" rtl="0" eaLnBrk="1" latinLnBrk="0" hangingPunct="1">
      <a:defRPr sz="1800" kern="1200">
        <a:solidFill>
          <a:schemeClr val="tx1"/>
        </a:solidFill>
        <a:latin typeface="+mn-lt"/>
        <a:ea typeface="+mn-ea"/>
        <a:cs typeface="+mn-cs"/>
      </a:defRPr>
    </a:lvl3pPr>
    <a:lvl4pPr marL="1371530" algn="l" defTabSz="914353" rtl="0" eaLnBrk="1" latinLnBrk="0" hangingPunct="1">
      <a:defRPr sz="1800" kern="1200">
        <a:solidFill>
          <a:schemeClr val="tx1"/>
        </a:solidFill>
        <a:latin typeface="+mn-lt"/>
        <a:ea typeface="+mn-ea"/>
        <a:cs typeface="+mn-cs"/>
      </a:defRPr>
    </a:lvl4pPr>
    <a:lvl5pPr marL="1828706" algn="l" defTabSz="914353" rtl="0" eaLnBrk="1" latinLnBrk="0" hangingPunct="1">
      <a:defRPr sz="1800" kern="1200">
        <a:solidFill>
          <a:schemeClr val="tx1"/>
        </a:solidFill>
        <a:latin typeface="+mn-lt"/>
        <a:ea typeface="+mn-ea"/>
        <a:cs typeface="+mn-cs"/>
      </a:defRPr>
    </a:lvl5pPr>
    <a:lvl6pPr marL="2285883" algn="l" defTabSz="914353" rtl="0" eaLnBrk="1" latinLnBrk="0" hangingPunct="1">
      <a:defRPr sz="1800" kern="1200">
        <a:solidFill>
          <a:schemeClr val="tx1"/>
        </a:solidFill>
        <a:latin typeface="+mn-lt"/>
        <a:ea typeface="+mn-ea"/>
        <a:cs typeface="+mn-cs"/>
      </a:defRPr>
    </a:lvl6pPr>
    <a:lvl7pPr marL="2743060" algn="l" defTabSz="914353" rtl="0" eaLnBrk="1" latinLnBrk="0" hangingPunct="1">
      <a:defRPr sz="1800" kern="1200">
        <a:solidFill>
          <a:schemeClr val="tx1"/>
        </a:solidFill>
        <a:latin typeface="+mn-lt"/>
        <a:ea typeface="+mn-ea"/>
        <a:cs typeface="+mn-cs"/>
      </a:defRPr>
    </a:lvl7pPr>
    <a:lvl8pPr marL="3200236" algn="l" defTabSz="914353" rtl="0" eaLnBrk="1" latinLnBrk="0" hangingPunct="1">
      <a:defRPr sz="1800" kern="1200">
        <a:solidFill>
          <a:schemeClr val="tx1"/>
        </a:solidFill>
        <a:latin typeface="+mn-lt"/>
        <a:ea typeface="+mn-ea"/>
        <a:cs typeface="+mn-cs"/>
      </a:defRPr>
    </a:lvl8pPr>
    <a:lvl9pPr marL="3657413" algn="l" defTabSz="914353"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F7DC"/>
    <a:srgbClr val="F8F3C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161" d="100"/>
          <a:sy n="161" d="100"/>
        </p:scale>
        <p:origin x="2484" y="100"/>
      </p:cViewPr>
      <p:guideLst>
        <p:guide orient="horz" pos="2160"/>
        <p:guide pos="3840"/>
      </p:guideLst>
    </p:cSldViewPr>
  </p:slideViewPr>
  <p:notesTextViewPr>
    <p:cViewPr>
      <p:scale>
        <a:sx n="1" d="1"/>
        <a:sy n="1" d="1"/>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E0D2A8-8F95-47C2-ABE1-A779F5A43C98}" type="datetimeFigureOut">
              <a:rPr lang="en-US" smtClean="0"/>
              <a:t>3/18/2026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7663E2-27CE-4C79-91D3-7F5C4262D57F}" type="slidenum">
              <a:rPr lang="en-US" smtClean="0"/>
              <a:t>‹#›</a:t>
            </a:fld>
            <a:endParaRPr lang="en-US"/>
          </a:p>
        </p:txBody>
      </p:sp>
    </p:spTree>
    <p:extLst>
      <p:ext uri="{BB962C8B-B14F-4D97-AF65-F5344CB8AC3E}">
        <p14:creationId xmlns:p14="http://schemas.microsoft.com/office/powerpoint/2010/main" val="1230559577"/>
      </p:ext>
    </p:extLst>
  </p:cSld>
  <p:clrMap bg1="lt1" tx1="dk1" bg2="lt2" tx2="dk2" accent1="accent1" accent2="accent2" accent3="accent3" accent4="accent4" accent5="accent5" accent6="accent6" hlink="hlink" folHlink="folHlink"/>
  <p:notesStyle>
    <a:lvl1pPr marL="0" algn="l" defTabSz="914353" rtl="0" eaLnBrk="1" latinLnBrk="0" hangingPunct="1">
      <a:defRPr sz="1200" kern="1200">
        <a:solidFill>
          <a:schemeClr val="tx1"/>
        </a:solidFill>
        <a:latin typeface="+mn-lt"/>
        <a:ea typeface="+mn-ea"/>
        <a:cs typeface="+mn-cs"/>
      </a:defRPr>
    </a:lvl1pPr>
    <a:lvl2pPr marL="457177" algn="l" defTabSz="914353" rtl="0" eaLnBrk="1" latinLnBrk="0" hangingPunct="1">
      <a:defRPr sz="1200" kern="1200">
        <a:solidFill>
          <a:schemeClr val="tx1"/>
        </a:solidFill>
        <a:latin typeface="+mn-lt"/>
        <a:ea typeface="+mn-ea"/>
        <a:cs typeface="+mn-cs"/>
      </a:defRPr>
    </a:lvl2pPr>
    <a:lvl3pPr marL="914353" algn="l" defTabSz="914353" rtl="0" eaLnBrk="1" latinLnBrk="0" hangingPunct="1">
      <a:defRPr sz="1200" kern="1200">
        <a:solidFill>
          <a:schemeClr val="tx1"/>
        </a:solidFill>
        <a:latin typeface="+mn-lt"/>
        <a:ea typeface="+mn-ea"/>
        <a:cs typeface="+mn-cs"/>
      </a:defRPr>
    </a:lvl3pPr>
    <a:lvl4pPr marL="1371530" algn="l" defTabSz="914353" rtl="0" eaLnBrk="1" latinLnBrk="0" hangingPunct="1">
      <a:defRPr sz="1200" kern="1200">
        <a:solidFill>
          <a:schemeClr val="tx1"/>
        </a:solidFill>
        <a:latin typeface="+mn-lt"/>
        <a:ea typeface="+mn-ea"/>
        <a:cs typeface="+mn-cs"/>
      </a:defRPr>
    </a:lvl4pPr>
    <a:lvl5pPr marL="1828706" algn="l" defTabSz="914353" rtl="0" eaLnBrk="1" latinLnBrk="0" hangingPunct="1">
      <a:defRPr sz="1200" kern="1200">
        <a:solidFill>
          <a:schemeClr val="tx1"/>
        </a:solidFill>
        <a:latin typeface="+mn-lt"/>
        <a:ea typeface="+mn-ea"/>
        <a:cs typeface="+mn-cs"/>
      </a:defRPr>
    </a:lvl5pPr>
    <a:lvl6pPr marL="2285883" algn="l" defTabSz="914353" rtl="0" eaLnBrk="1" latinLnBrk="0" hangingPunct="1">
      <a:defRPr sz="1200" kern="1200">
        <a:solidFill>
          <a:schemeClr val="tx1"/>
        </a:solidFill>
        <a:latin typeface="+mn-lt"/>
        <a:ea typeface="+mn-ea"/>
        <a:cs typeface="+mn-cs"/>
      </a:defRPr>
    </a:lvl6pPr>
    <a:lvl7pPr marL="2743060" algn="l" defTabSz="914353" rtl="0" eaLnBrk="1" latinLnBrk="0" hangingPunct="1">
      <a:defRPr sz="1200" kern="1200">
        <a:solidFill>
          <a:schemeClr val="tx1"/>
        </a:solidFill>
        <a:latin typeface="+mn-lt"/>
        <a:ea typeface="+mn-ea"/>
        <a:cs typeface="+mn-cs"/>
      </a:defRPr>
    </a:lvl7pPr>
    <a:lvl8pPr marL="3200236" algn="l" defTabSz="914353" rtl="0" eaLnBrk="1" latinLnBrk="0" hangingPunct="1">
      <a:defRPr sz="1200" kern="1200">
        <a:solidFill>
          <a:schemeClr val="tx1"/>
        </a:solidFill>
        <a:latin typeface="+mn-lt"/>
        <a:ea typeface="+mn-ea"/>
        <a:cs typeface="+mn-cs"/>
      </a:defRPr>
    </a:lvl8pPr>
    <a:lvl9pPr marL="3657413" algn="l" defTabSz="914353"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bg1"/>
        </a:solidFill>
        <a:effectLst/>
      </p:bgPr>
    </p:bg>
    <p:spTree>
      <p:nvGrpSpPr>
        <p:cNvPr id="1" name=""/>
        <p:cNvGrpSpPr/>
        <p:nvPr/>
      </p:nvGrpSpPr>
      <p:grpSpPr>
        <a:xfrm>
          <a:off x="0" y="0"/>
          <a:ext cx="0" cy="0"/>
          <a:chOff x="0" y="0"/>
          <a:chExt cx="0" cy="0"/>
        </a:xfrm>
      </p:grpSpPr>
      <p:grpSp>
        <p:nvGrpSpPr>
          <p:cNvPr id="23" name="Group 4">
            <a:extLst>
              <a:ext uri="{FF2B5EF4-FFF2-40B4-BE49-F238E27FC236}">
                <a16:creationId xmlns:a16="http://schemas.microsoft.com/office/drawing/2014/main" id="{0C35C447-372A-2538-9C02-9DA22221296C}"/>
              </a:ext>
            </a:extLst>
          </p:cNvPr>
          <p:cNvGrpSpPr>
            <a:grpSpLocks noChangeAspect="1"/>
          </p:cNvGrpSpPr>
          <p:nvPr userDrawn="1"/>
        </p:nvGrpSpPr>
        <p:grpSpPr bwMode="auto">
          <a:xfrm>
            <a:off x="330271" y="327819"/>
            <a:ext cx="3972600" cy="438124"/>
            <a:chOff x="0" y="3473"/>
            <a:chExt cx="15360" cy="1694"/>
          </a:xfrm>
          <a:solidFill>
            <a:schemeClr val="accent1"/>
          </a:solidFill>
        </p:grpSpPr>
        <p:sp>
          <p:nvSpPr>
            <p:cNvPr id="24" name="Freeform 5">
              <a:extLst>
                <a:ext uri="{FF2B5EF4-FFF2-40B4-BE49-F238E27FC236}">
                  <a16:creationId xmlns:a16="http://schemas.microsoft.com/office/drawing/2014/main" id="{CFF1AFD2-F993-B30A-2282-C04F1F65AF00}"/>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5" name="Freeform 6">
              <a:extLst>
                <a:ext uri="{FF2B5EF4-FFF2-40B4-BE49-F238E27FC236}">
                  <a16:creationId xmlns:a16="http://schemas.microsoft.com/office/drawing/2014/main" id="{2F13F474-91EA-0185-733B-62682BD9F6E9}"/>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6" name="Freeform 7">
              <a:extLst>
                <a:ext uri="{FF2B5EF4-FFF2-40B4-BE49-F238E27FC236}">
                  <a16:creationId xmlns:a16="http://schemas.microsoft.com/office/drawing/2014/main" id="{87072C05-B626-BAF9-5316-96EAB02420F0}"/>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7" name="Freeform 8">
              <a:extLst>
                <a:ext uri="{FF2B5EF4-FFF2-40B4-BE49-F238E27FC236}">
                  <a16:creationId xmlns:a16="http://schemas.microsoft.com/office/drawing/2014/main" id="{AC6EA6C6-1057-DAC8-2609-B6EB51B72376}"/>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8" name="Freeform 9">
              <a:extLst>
                <a:ext uri="{FF2B5EF4-FFF2-40B4-BE49-F238E27FC236}">
                  <a16:creationId xmlns:a16="http://schemas.microsoft.com/office/drawing/2014/main" id="{4E258757-AB3A-DE10-FDFE-35B9588E9C3E}"/>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9" name="Freeform 10">
              <a:extLst>
                <a:ext uri="{FF2B5EF4-FFF2-40B4-BE49-F238E27FC236}">
                  <a16:creationId xmlns:a16="http://schemas.microsoft.com/office/drawing/2014/main" id="{74360D36-2B50-3114-9CB9-4BEE96BCCE6A}"/>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30" name="Freeform 11">
              <a:extLst>
                <a:ext uri="{FF2B5EF4-FFF2-40B4-BE49-F238E27FC236}">
                  <a16:creationId xmlns:a16="http://schemas.microsoft.com/office/drawing/2014/main" id="{1B032D16-0F2B-1DEC-D92A-ACAF24C07B0A}"/>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31" name="Freeform 12">
              <a:extLst>
                <a:ext uri="{FF2B5EF4-FFF2-40B4-BE49-F238E27FC236}">
                  <a16:creationId xmlns:a16="http://schemas.microsoft.com/office/drawing/2014/main" id="{13923343-4541-4792-ADC5-E6333E98D37A}"/>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
        <p:nvSpPr>
          <p:cNvPr id="32" name="Title 1">
            <a:extLst>
              <a:ext uri="{FF2B5EF4-FFF2-40B4-BE49-F238E27FC236}">
                <a16:creationId xmlns:a16="http://schemas.microsoft.com/office/drawing/2014/main" id="{802863CF-25C1-DECF-F640-C736ECDB9551}"/>
              </a:ext>
            </a:extLst>
          </p:cNvPr>
          <p:cNvSpPr>
            <a:spLocks noGrp="1"/>
          </p:cNvSpPr>
          <p:nvPr>
            <p:ph type="ctrTitle"/>
          </p:nvPr>
        </p:nvSpPr>
        <p:spPr>
          <a:xfrm>
            <a:off x="317251" y="2417400"/>
            <a:ext cx="9144000" cy="1847942"/>
          </a:xfrm>
        </p:spPr>
        <p:txBody>
          <a:bodyPr anchor="b"/>
          <a:lstStyle>
            <a:lvl1pPr algn="l">
              <a:defRPr sz="6400">
                <a:solidFill>
                  <a:schemeClr val="accent1"/>
                </a:solidFill>
              </a:defRPr>
            </a:lvl1pPr>
          </a:lstStyle>
          <a:p>
            <a:r>
              <a:rPr lang="en-GB"/>
              <a:t>Click to edit Master title style</a:t>
            </a:r>
            <a:endParaRPr lang="en-GB" dirty="0"/>
          </a:p>
        </p:txBody>
      </p:sp>
      <p:sp>
        <p:nvSpPr>
          <p:cNvPr id="33" name="Subtitle 2">
            <a:extLst>
              <a:ext uri="{FF2B5EF4-FFF2-40B4-BE49-F238E27FC236}">
                <a16:creationId xmlns:a16="http://schemas.microsoft.com/office/drawing/2014/main" id="{623E9086-C2CE-8088-D447-C484543077B0}"/>
              </a:ext>
            </a:extLst>
          </p:cNvPr>
          <p:cNvSpPr>
            <a:spLocks noGrp="1"/>
          </p:cNvSpPr>
          <p:nvPr>
            <p:ph type="subTitle" idx="1"/>
          </p:nvPr>
        </p:nvSpPr>
        <p:spPr>
          <a:xfrm>
            <a:off x="317251" y="4383000"/>
            <a:ext cx="9144000" cy="1322348"/>
          </a:xfrm>
        </p:spPr>
        <p:txBody>
          <a:bodyPr/>
          <a:lstStyle>
            <a:lvl1pPr marL="0" indent="0" algn="l">
              <a:buNone/>
              <a:defRPr sz="4800">
                <a:solidFill>
                  <a:schemeClr val="accent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34" name="Text Placeholder 17">
            <a:extLst>
              <a:ext uri="{FF2B5EF4-FFF2-40B4-BE49-F238E27FC236}">
                <a16:creationId xmlns:a16="http://schemas.microsoft.com/office/drawing/2014/main" id="{C53F61BD-18EB-B863-761D-89639D8806F9}"/>
              </a:ext>
            </a:extLst>
          </p:cNvPr>
          <p:cNvSpPr>
            <a:spLocks noGrp="1"/>
          </p:cNvSpPr>
          <p:nvPr>
            <p:ph type="body" sz="quarter" idx="10"/>
          </p:nvPr>
        </p:nvSpPr>
        <p:spPr>
          <a:xfrm>
            <a:off x="330271" y="5789336"/>
            <a:ext cx="5579198" cy="740845"/>
          </a:xfrm>
        </p:spPr>
        <p:txBody>
          <a:bodyPr anchor="b"/>
          <a:lstStyle>
            <a:lvl1pPr>
              <a:defRPr sz="2200">
                <a:solidFill>
                  <a:schemeClr val="accent1"/>
                </a:solidFill>
                <a:latin typeface="Imperial Sans Text Medium" panose="020B0603020202020204" pitchFamily="34" charset="0"/>
                <a:ea typeface="Inter Medium" panose="02000503000000020004" pitchFamily="2" charset="0"/>
              </a:defRPr>
            </a:lvl1pPr>
            <a:lvl2pPr>
              <a:defRPr sz="2200">
                <a:solidFill>
                  <a:schemeClr val="accent1"/>
                </a:solidFill>
              </a:defRPr>
            </a:lvl2pPr>
            <a:lvl3pPr>
              <a:defRPr sz="2200">
                <a:solidFill>
                  <a:schemeClr val="accent1"/>
                </a:solidFill>
                <a:latin typeface="Inter Medium" panose="02000503000000020004" pitchFamily="2" charset="0"/>
                <a:ea typeface="Inter Medium" panose="02000503000000020004" pitchFamily="2" charset="0"/>
              </a:defRPr>
            </a:lvl3pPr>
            <a:lvl4pPr>
              <a:defRPr sz="2200">
                <a:solidFill>
                  <a:schemeClr val="accent1"/>
                </a:solidFill>
                <a:latin typeface="Inter Medium" panose="02000503000000020004" pitchFamily="2" charset="0"/>
                <a:ea typeface="Inter Medium" panose="02000503000000020004" pitchFamily="2" charset="0"/>
              </a:defRPr>
            </a:lvl4pPr>
            <a:lvl5pPr>
              <a:defRPr sz="2200">
                <a:solidFill>
                  <a:schemeClr val="accent1"/>
                </a:solidFill>
                <a:latin typeface="Inter Medium" panose="02000503000000020004" pitchFamily="2" charset="0"/>
                <a:ea typeface="Inter Medium" panose="02000503000000020004" pitchFamily="2" charset="0"/>
              </a:defRPr>
            </a:lvl5pPr>
          </a:lstStyle>
          <a:p>
            <a:pPr lvl="0"/>
            <a:r>
              <a:rPr lang="en-GB"/>
              <a:t>Click to edit Master text styles</a:t>
            </a:r>
          </a:p>
        </p:txBody>
      </p:sp>
    </p:spTree>
    <p:extLst>
      <p:ext uri="{BB962C8B-B14F-4D97-AF65-F5344CB8AC3E}">
        <p14:creationId xmlns:p14="http://schemas.microsoft.com/office/powerpoint/2010/main" val="2433033340"/>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Smoke">
    <p:bg>
      <p:bgPr>
        <a:solidFill>
          <a:schemeClr val="bg2"/>
        </a:solidFill>
        <a:effectLst/>
      </p:bgPr>
    </p:bg>
    <p:spTree>
      <p:nvGrpSpPr>
        <p:cNvPr id="1" name=""/>
        <p:cNvGrpSpPr/>
        <p:nvPr/>
      </p:nvGrpSpPr>
      <p:grpSpPr>
        <a:xfrm>
          <a:off x="0" y="0"/>
          <a:ext cx="0" cy="0"/>
          <a:chOff x="0" y="0"/>
          <a:chExt cx="0" cy="0"/>
        </a:xfrm>
      </p:grpSpPr>
      <p:grpSp>
        <p:nvGrpSpPr>
          <p:cNvPr id="23" name="Group 4">
            <a:extLst>
              <a:ext uri="{FF2B5EF4-FFF2-40B4-BE49-F238E27FC236}">
                <a16:creationId xmlns:a16="http://schemas.microsoft.com/office/drawing/2014/main" id="{0C35C447-372A-2538-9C02-9DA22221296C}"/>
              </a:ext>
            </a:extLst>
          </p:cNvPr>
          <p:cNvGrpSpPr>
            <a:grpSpLocks noChangeAspect="1"/>
          </p:cNvGrpSpPr>
          <p:nvPr userDrawn="1"/>
        </p:nvGrpSpPr>
        <p:grpSpPr bwMode="auto">
          <a:xfrm>
            <a:off x="330271" y="327819"/>
            <a:ext cx="3972600" cy="438124"/>
            <a:chOff x="0" y="3473"/>
            <a:chExt cx="15360" cy="1694"/>
          </a:xfrm>
          <a:solidFill>
            <a:schemeClr val="accent1"/>
          </a:solidFill>
        </p:grpSpPr>
        <p:sp>
          <p:nvSpPr>
            <p:cNvPr id="24" name="Freeform 5">
              <a:extLst>
                <a:ext uri="{FF2B5EF4-FFF2-40B4-BE49-F238E27FC236}">
                  <a16:creationId xmlns:a16="http://schemas.microsoft.com/office/drawing/2014/main" id="{CFF1AFD2-F993-B30A-2282-C04F1F65AF00}"/>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5" name="Freeform 6">
              <a:extLst>
                <a:ext uri="{FF2B5EF4-FFF2-40B4-BE49-F238E27FC236}">
                  <a16:creationId xmlns:a16="http://schemas.microsoft.com/office/drawing/2014/main" id="{2F13F474-91EA-0185-733B-62682BD9F6E9}"/>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6" name="Freeform 7">
              <a:extLst>
                <a:ext uri="{FF2B5EF4-FFF2-40B4-BE49-F238E27FC236}">
                  <a16:creationId xmlns:a16="http://schemas.microsoft.com/office/drawing/2014/main" id="{87072C05-B626-BAF9-5316-96EAB02420F0}"/>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7" name="Freeform 8">
              <a:extLst>
                <a:ext uri="{FF2B5EF4-FFF2-40B4-BE49-F238E27FC236}">
                  <a16:creationId xmlns:a16="http://schemas.microsoft.com/office/drawing/2014/main" id="{AC6EA6C6-1057-DAC8-2609-B6EB51B72376}"/>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8" name="Freeform 9">
              <a:extLst>
                <a:ext uri="{FF2B5EF4-FFF2-40B4-BE49-F238E27FC236}">
                  <a16:creationId xmlns:a16="http://schemas.microsoft.com/office/drawing/2014/main" id="{4E258757-AB3A-DE10-FDFE-35B9588E9C3E}"/>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9" name="Freeform 10">
              <a:extLst>
                <a:ext uri="{FF2B5EF4-FFF2-40B4-BE49-F238E27FC236}">
                  <a16:creationId xmlns:a16="http://schemas.microsoft.com/office/drawing/2014/main" id="{74360D36-2B50-3114-9CB9-4BEE96BCCE6A}"/>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30" name="Freeform 11">
              <a:extLst>
                <a:ext uri="{FF2B5EF4-FFF2-40B4-BE49-F238E27FC236}">
                  <a16:creationId xmlns:a16="http://schemas.microsoft.com/office/drawing/2014/main" id="{1B032D16-0F2B-1DEC-D92A-ACAF24C07B0A}"/>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31" name="Freeform 12">
              <a:extLst>
                <a:ext uri="{FF2B5EF4-FFF2-40B4-BE49-F238E27FC236}">
                  <a16:creationId xmlns:a16="http://schemas.microsoft.com/office/drawing/2014/main" id="{13923343-4541-4792-ADC5-E6333E98D37A}"/>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
        <p:nvSpPr>
          <p:cNvPr id="32" name="Title 1">
            <a:extLst>
              <a:ext uri="{FF2B5EF4-FFF2-40B4-BE49-F238E27FC236}">
                <a16:creationId xmlns:a16="http://schemas.microsoft.com/office/drawing/2014/main" id="{802863CF-25C1-DECF-F640-C736ECDB9551}"/>
              </a:ext>
            </a:extLst>
          </p:cNvPr>
          <p:cNvSpPr>
            <a:spLocks noGrp="1"/>
          </p:cNvSpPr>
          <p:nvPr>
            <p:ph type="ctrTitle"/>
          </p:nvPr>
        </p:nvSpPr>
        <p:spPr>
          <a:xfrm>
            <a:off x="317251" y="2417400"/>
            <a:ext cx="9144000" cy="1847942"/>
          </a:xfrm>
        </p:spPr>
        <p:txBody>
          <a:bodyPr anchor="b"/>
          <a:lstStyle>
            <a:lvl1pPr algn="l">
              <a:defRPr sz="6400">
                <a:solidFill>
                  <a:schemeClr val="accent1"/>
                </a:solidFill>
              </a:defRPr>
            </a:lvl1pPr>
          </a:lstStyle>
          <a:p>
            <a:r>
              <a:rPr lang="en-GB"/>
              <a:t>Click to edit Master title style</a:t>
            </a:r>
            <a:endParaRPr lang="en-GB" dirty="0"/>
          </a:p>
        </p:txBody>
      </p:sp>
      <p:sp>
        <p:nvSpPr>
          <p:cNvPr id="33" name="Subtitle 2">
            <a:extLst>
              <a:ext uri="{FF2B5EF4-FFF2-40B4-BE49-F238E27FC236}">
                <a16:creationId xmlns:a16="http://schemas.microsoft.com/office/drawing/2014/main" id="{623E9086-C2CE-8088-D447-C484543077B0}"/>
              </a:ext>
            </a:extLst>
          </p:cNvPr>
          <p:cNvSpPr>
            <a:spLocks noGrp="1"/>
          </p:cNvSpPr>
          <p:nvPr>
            <p:ph type="subTitle" idx="1"/>
          </p:nvPr>
        </p:nvSpPr>
        <p:spPr>
          <a:xfrm>
            <a:off x="317251" y="4383000"/>
            <a:ext cx="9144000" cy="1322348"/>
          </a:xfrm>
        </p:spPr>
        <p:txBody>
          <a:bodyPr/>
          <a:lstStyle>
            <a:lvl1pPr marL="0" indent="0" algn="l">
              <a:buNone/>
              <a:defRPr sz="4800">
                <a:solidFill>
                  <a:schemeClr val="accent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34" name="Text Placeholder 17">
            <a:extLst>
              <a:ext uri="{FF2B5EF4-FFF2-40B4-BE49-F238E27FC236}">
                <a16:creationId xmlns:a16="http://schemas.microsoft.com/office/drawing/2014/main" id="{C53F61BD-18EB-B863-761D-89639D8806F9}"/>
              </a:ext>
            </a:extLst>
          </p:cNvPr>
          <p:cNvSpPr>
            <a:spLocks noGrp="1"/>
          </p:cNvSpPr>
          <p:nvPr>
            <p:ph type="body" sz="quarter" idx="10"/>
          </p:nvPr>
        </p:nvSpPr>
        <p:spPr>
          <a:xfrm>
            <a:off x="330271" y="5789336"/>
            <a:ext cx="5579198" cy="740845"/>
          </a:xfrm>
        </p:spPr>
        <p:txBody>
          <a:bodyPr anchor="b"/>
          <a:lstStyle>
            <a:lvl1pPr>
              <a:defRPr sz="2200">
                <a:solidFill>
                  <a:schemeClr val="accent1"/>
                </a:solidFill>
                <a:latin typeface="Imperial Sans Text Medium" panose="020B0603020202020204" pitchFamily="34" charset="0"/>
                <a:ea typeface="Inter Medium" panose="02000503000000020004" pitchFamily="2" charset="0"/>
              </a:defRPr>
            </a:lvl1pPr>
            <a:lvl2pPr>
              <a:defRPr sz="2200">
                <a:solidFill>
                  <a:schemeClr val="accent1"/>
                </a:solidFill>
              </a:defRPr>
            </a:lvl2pPr>
            <a:lvl3pPr>
              <a:defRPr sz="2200">
                <a:solidFill>
                  <a:schemeClr val="accent1"/>
                </a:solidFill>
                <a:latin typeface="Inter Medium" panose="02000503000000020004" pitchFamily="2" charset="0"/>
                <a:ea typeface="Inter Medium" panose="02000503000000020004" pitchFamily="2" charset="0"/>
              </a:defRPr>
            </a:lvl3pPr>
            <a:lvl4pPr>
              <a:defRPr sz="2200">
                <a:solidFill>
                  <a:schemeClr val="accent1"/>
                </a:solidFill>
                <a:latin typeface="Inter Medium" panose="02000503000000020004" pitchFamily="2" charset="0"/>
                <a:ea typeface="Inter Medium" panose="02000503000000020004" pitchFamily="2" charset="0"/>
              </a:defRPr>
            </a:lvl4pPr>
            <a:lvl5pPr>
              <a:defRPr sz="2200">
                <a:solidFill>
                  <a:schemeClr val="accent1"/>
                </a:solidFill>
                <a:latin typeface="Inter Medium" panose="02000503000000020004" pitchFamily="2" charset="0"/>
                <a:ea typeface="Inter Medium" panose="02000503000000020004" pitchFamily="2" charset="0"/>
              </a:defRPr>
            </a:lvl5pPr>
          </a:lstStyle>
          <a:p>
            <a:pPr lvl="0"/>
            <a:r>
              <a:rPr lang="en-GB"/>
              <a:t>Click to edit Master text styles</a:t>
            </a:r>
          </a:p>
        </p:txBody>
      </p:sp>
    </p:spTree>
    <p:extLst>
      <p:ext uri="{BB962C8B-B14F-4D97-AF65-F5344CB8AC3E}">
        <p14:creationId xmlns:p14="http://schemas.microsoft.com/office/powerpoint/2010/main" val="2497264879"/>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Khaki">
    <p:bg>
      <p:bgPr>
        <a:solidFill>
          <a:srgbClr val="FBF7DC"/>
        </a:solidFill>
        <a:effectLst/>
      </p:bgPr>
    </p:bg>
    <p:spTree>
      <p:nvGrpSpPr>
        <p:cNvPr id="1" name=""/>
        <p:cNvGrpSpPr/>
        <p:nvPr/>
      </p:nvGrpSpPr>
      <p:grpSpPr>
        <a:xfrm>
          <a:off x="0" y="0"/>
          <a:ext cx="0" cy="0"/>
          <a:chOff x="0" y="0"/>
          <a:chExt cx="0" cy="0"/>
        </a:xfrm>
      </p:grpSpPr>
      <p:grpSp>
        <p:nvGrpSpPr>
          <p:cNvPr id="23" name="Group 4">
            <a:extLst>
              <a:ext uri="{FF2B5EF4-FFF2-40B4-BE49-F238E27FC236}">
                <a16:creationId xmlns:a16="http://schemas.microsoft.com/office/drawing/2014/main" id="{0C35C447-372A-2538-9C02-9DA22221296C}"/>
              </a:ext>
            </a:extLst>
          </p:cNvPr>
          <p:cNvGrpSpPr>
            <a:grpSpLocks noChangeAspect="1"/>
          </p:cNvGrpSpPr>
          <p:nvPr userDrawn="1"/>
        </p:nvGrpSpPr>
        <p:grpSpPr bwMode="auto">
          <a:xfrm>
            <a:off x="330271" y="327819"/>
            <a:ext cx="3972600" cy="438124"/>
            <a:chOff x="0" y="3473"/>
            <a:chExt cx="15360" cy="1694"/>
          </a:xfrm>
          <a:solidFill>
            <a:schemeClr val="accent1"/>
          </a:solidFill>
        </p:grpSpPr>
        <p:sp>
          <p:nvSpPr>
            <p:cNvPr id="24" name="Freeform 5">
              <a:extLst>
                <a:ext uri="{FF2B5EF4-FFF2-40B4-BE49-F238E27FC236}">
                  <a16:creationId xmlns:a16="http://schemas.microsoft.com/office/drawing/2014/main" id="{CFF1AFD2-F993-B30A-2282-C04F1F65AF00}"/>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5" name="Freeform 6">
              <a:extLst>
                <a:ext uri="{FF2B5EF4-FFF2-40B4-BE49-F238E27FC236}">
                  <a16:creationId xmlns:a16="http://schemas.microsoft.com/office/drawing/2014/main" id="{2F13F474-91EA-0185-733B-62682BD9F6E9}"/>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6" name="Freeform 7">
              <a:extLst>
                <a:ext uri="{FF2B5EF4-FFF2-40B4-BE49-F238E27FC236}">
                  <a16:creationId xmlns:a16="http://schemas.microsoft.com/office/drawing/2014/main" id="{87072C05-B626-BAF9-5316-96EAB02420F0}"/>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7" name="Freeform 8">
              <a:extLst>
                <a:ext uri="{FF2B5EF4-FFF2-40B4-BE49-F238E27FC236}">
                  <a16:creationId xmlns:a16="http://schemas.microsoft.com/office/drawing/2014/main" id="{AC6EA6C6-1057-DAC8-2609-B6EB51B72376}"/>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8" name="Freeform 9">
              <a:extLst>
                <a:ext uri="{FF2B5EF4-FFF2-40B4-BE49-F238E27FC236}">
                  <a16:creationId xmlns:a16="http://schemas.microsoft.com/office/drawing/2014/main" id="{4E258757-AB3A-DE10-FDFE-35B9588E9C3E}"/>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9" name="Freeform 10">
              <a:extLst>
                <a:ext uri="{FF2B5EF4-FFF2-40B4-BE49-F238E27FC236}">
                  <a16:creationId xmlns:a16="http://schemas.microsoft.com/office/drawing/2014/main" id="{74360D36-2B50-3114-9CB9-4BEE96BCCE6A}"/>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30" name="Freeform 11">
              <a:extLst>
                <a:ext uri="{FF2B5EF4-FFF2-40B4-BE49-F238E27FC236}">
                  <a16:creationId xmlns:a16="http://schemas.microsoft.com/office/drawing/2014/main" id="{1B032D16-0F2B-1DEC-D92A-ACAF24C07B0A}"/>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31" name="Freeform 12">
              <a:extLst>
                <a:ext uri="{FF2B5EF4-FFF2-40B4-BE49-F238E27FC236}">
                  <a16:creationId xmlns:a16="http://schemas.microsoft.com/office/drawing/2014/main" id="{13923343-4541-4792-ADC5-E6333E98D37A}"/>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
        <p:nvSpPr>
          <p:cNvPr id="32" name="Title 1">
            <a:extLst>
              <a:ext uri="{FF2B5EF4-FFF2-40B4-BE49-F238E27FC236}">
                <a16:creationId xmlns:a16="http://schemas.microsoft.com/office/drawing/2014/main" id="{802863CF-25C1-DECF-F640-C736ECDB9551}"/>
              </a:ext>
            </a:extLst>
          </p:cNvPr>
          <p:cNvSpPr>
            <a:spLocks noGrp="1"/>
          </p:cNvSpPr>
          <p:nvPr>
            <p:ph type="ctrTitle"/>
          </p:nvPr>
        </p:nvSpPr>
        <p:spPr>
          <a:xfrm>
            <a:off x="317251" y="2417400"/>
            <a:ext cx="9144000" cy="1847942"/>
          </a:xfrm>
        </p:spPr>
        <p:txBody>
          <a:bodyPr anchor="b"/>
          <a:lstStyle>
            <a:lvl1pPr algn="l">
              <a:defRPr sz="6400">
                <a:solidFill>
                  <a:schemeClr val="accent1"/>
                </a:solidFill>
              </a:defRPr>
            </a:lvl1pPr>
          </a:lstStyle>
          <a:p>
            <a:r>
              <a:rPr lang="en-GB"/>
              <a:t>Click to edit Master title style</a:t>
            </a:r>
            <a:endParaRPr lang="en-GB" dirty="0"/>
          </a:p>
        </p:txBody>
      </p:sp>
      <p:sp>
        <p:nvSpPr>
          <p:cNvPr id="33" name="Subtitle 2">
            <a:extLst>
              <a:ext uri="{FF2B5EF4-FFF2-40B4-BE49-F238E27FC236}">
                <a16:creationId xmlns:a16="http://schemas.microsoft.com/office/drawing/2014/main" id="{623E9086-C2CE-8088-D447-C484543077B0}"/>
              </a:ext>
            </a:extLst>
          </p:cNvPr>
          <p:cNvSpPr>
            <a:spLocks noGrp="1"/>
          </p:cNvSpPr>
          <p:nvPr>
            <p:ph type="subTitle" idx="1"/>
          </p:nvPr>
        </p:nvSpPr>
        <p:spPr>
          <a:xfrm>
            <a:off x="317251" y="4383000"/>
            <a:ext cx="9144000" cy="1322348"/>
          </a:xfrm>
        </p:spPr>
        <p:txBody>
          <a:bodyPr/>
          <a:lstStyle>
            <a:lvl1pPr marL="0" indent="0" algn="l">
              <a:buNone/>
              <a:defRPr sz="4800">
                <a:solidFill>
                  <a:schemeClr val="accent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34" name="Text Placeholder 17">
            <a:extLst>
              <a:ext uri="{FF2B5EF4-FFF2-40B4-BE49-F238E27FC236}">
                <a16:creationId xmlns:a16="http://schemas.microsoft.com/office/drawing/2014/main" id="{C53F61BD-18EB-B863-761D-89639D8806F9}"/>
              </a:ext>
            </a:extLst>
          </p:cNvPr>
          <p:cNvSpPr>
            <a:spLocks noGrp="1"/>
          </p:cNvSpPr>
          <p:nvPr>
            <p:ph type="body" sz="quarter" idx="10"/>
          </p:nvPr>
        </p:nvSpPr>
        <p:spPr>
          <a:xfrm>
            <a:off x="330271" y="5789336"/>
            <a:ext cx="5579198" cy="740845"/>
          </a:xfrm>
        </p:spPr>
        <p:txBody>
          <a:bodyPr anchor="b"/>
          <a:lstStyle>
            <a:lvl1pPr>
              <a:defRPr sz="2200">
                <a:solidFill>
                  <a:schemeClr val="accent1"/>
                </a:solidFill>
                <a:latin typeface="Imperial Sans Text Medium" panose="020B0603020202020204" pitchFamily="34" charset="0"/>
                <a:ea typeface="Inter Medium" panose="02000503000000020004" pitchFamily="2" charset="0"/>
              </a:defRPr>
            </a:lvl1pPr>
            <a:lvl2pPr>
              <a:defRPr sz="2200">
                <a:solidFill>
                  <a:schemeClr val="accent1"/>
                </a:solidFill>
              </a:defRPr>
            </a:lvl2pPr>
            <a:lvl3pPr>
              <a:defRPr sz="2200">
                <a:solidFill>
                  <a:schemeClr val="accent1"/>
                </a:solidFill>
                <a:latin typeface="Inter Medium" panose="02000503000000020004" pitchFamily="2" charset="0"/>
                <a:ea typeface="Inter Medium" panose="02000503000000020004" pitchFamily="2" charset="0"/>
              </a:defRPr>
            </a:lvl3pPr>
            <a:lvl4pPr>
              <a:defRPr sz="2200">
                <a:solidFill>
                  <a:schemeClr val="accent1"/>
                </a:solidFill>
                <a:latin typeface="Inter Medium" panose="02000503000000020004" pitchFamily="2" charset="0"/>
                <a:ea typeface="Inter Medium" panose="02000503000000020004" pitchFamily="2" charset="0"/>
              </a:defRPr>
            </a:lvl4pPr>
            <a:lvl5pPr>
              <a:defRPr sz="2200">
                <a:solidFill>
                  <a:schemeClr val="accent1"/>
                </a:solidFill>
                <a:latin typeface="Inter Medium" panose="02000503000000020004" pitchFamily="2" charset="0"/>
                <a:ea typeface="Inter Medium" panose="02000503000000020004" pitchFamily="2" charset="0"/>
              </a:defRPr>
            </a:lvl5pPr>
          </a:lstStyle>
          <a:p>
            <a:pPr lvl="0"/>
            <a:r>
              <a:rPr lang="en-GB"/>
              <a:t>Click to edit Master text styles</a:t>
            </a:r>
          </a:p>
        </p:txBody>
      </p:sp>
    </p:spTree>
    <p:extLst>
      <p:ext uri="{BB962C8B-B14F-4D97-AF65-F5344CB8AC3E}">
        <p14:creationId xmlns:p14="http://schemas.microsoft.com/office/powerpoint/2010/main" val="606689727"/>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1C1E3-6A7C-C21D-910D-C4B7DFFF5270}"/>
              </a:ext>
            </a:extLst>
          </p:cNvPr>
          <p:cNvSpPr>
            <a:spLocks noGrp="1"/>
          </p:cNvSpPr>
          <p:nvPr>
            <p:ph type="ctrTitle"/>
          </p:nvPr>
        </p:nvSpPr>
        <p:spPr>
          <a:xfrm>
            <a:off x="317251" y="2417400"/>
            <a:ext cx="9144000" cy="1847942"/>
          </a:xfrm>
        </p:spPr>
        <p:txBody>
          <a:bodyPr anchor="b"/>
          <a:lstStyle>
            <a:lvl1pPr algn="l">
              <a:defRPr sz="6400">
                <a:solidFill>
                  <a:schemeClr val="bg1"/>
                </a:solidFill>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D4E0DA90-2FF2-F36C-F9FF-CD7A192F009A}"/>
              </a:ext>
            </a:extLst>
          </p:cNvPr>
          <p:cNvSpPr>
            <a:spLocks noGrp="1"/>
          </p:cNvSpPr>
          <p:nvPr>
            <p:ph type="subTitle" idx="1"/>
          </p:nvPr>
        </p:nvSpPr>
        <p:spPr>
          <a:xfrm>
            <a:off x="317251" y="4383000"/>
            <a:ext cx="9144000" cy="1322348"/>
          </a:xfrm>
        </p:spPr>
        <p:txBody>
          <a:bodyPr/>
          <a:lstStyle>
            <a:lvl1pPr marL="0" indent="0" algn="l">
              <a:buNone/>
              <a:defRPr sz="4800">
                <a:solidFill>
                  <a:schemeClr val="bg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18" name="Text Placeholder 17">
            <a:extLst>
              <a:ext uri="{FF2B5EF4-FFF2-40B4-BE49-F238E27FC236}">
                <a16:creationId xmlns:a16="http://schemas.microsoft.com/office/drawing/2014/main" id="{C1B026B9-3E51-5733-811C-2FA3BC73B238}"/>
              </a:ext>
            </a:extLst>
          </p:cNvPr>
          <p:cNvSpPr>
            <a:spLocks noGrp="1"/>
          </p:cNvSpPr>
          <p:nvPr>
            <p:ph type="body" sz="quarter" idx="10"/>
          </p:nvPr>
        </p:nvSpPr>
        <p:spPr>
          <a:xfrm>
            <a:off x="330271" y="5789336"/>
            <a:ext cx="5579198" cy="740845"/>
          </a:xfrm>
        </p:spPr>
        <p:txBody>
          <a:bodyPr anchor="b"/>
          <a:lstStyle>
            <a:lvl1pPr>
              <a:defRPr sz="2200">
                <a:solidFill>
                  <a:schemeClr val="bg1"/>
                </a:solidFill>
                <a:latin typeface="Imperial Sans Text Medium" panose="020B0603020202020204" pitchFamily="34" charset="0"/>
                <a:ea typeface="Inter Medium" panose="02000503000000020004" pitchFamily="2" charset="0"/>
              </a:defRPr>
            </a:lvl1pPr>
            <a:lvl2pPr>
              <a:defRPr sz="2200">
                <a:solidFill>
                  <a:schemeClr val="bg1"/>
                </a:solidFill>
              </a:defRPr>
            </a:lvl2pPr>
            <a:lvl3pPr>
              <a:defRPr sz="2200">
                <a:solidFill>
                  <a:schemeClr val="bg1"/>
                </a:solidFill>
                <a:latin typeface="Inter Medium" panose="02000503000000020004" pitchFamily="2" charset="0"/>
                <a:ea typeface="Inter Medium" panose="02000503000000020004" pitchFamily="2" charset="0"/>
              </a:defRPr>
            </a:lvl3pPr>
            <a:lvl4pPr>
              <a:defRPr sz="2200">
                <a:solidFill>
                  <a:schemeClr val="bg1"/>
                </a:solidFill>
                <a:latin typeface="Inter Medium" panose="02000503000000020004" pitchFamily="2" charset="0"/>
                <a:ea typeface="Inter Medium" panose="02000503000000020004" pitchFamily="2" charset="0"/>
              </a:defRPr>
            </a:lvl4pPr>
            <a:lvl5pPr>
              <a:defRPr sz="2200">
                <a:solidFill>
                  <a:schemeClr val="bg1"/>
                </a:solidFill>
                <a:latin typeface="Inter Medium" panose="02000503000000020004" pitchFamily="2" charset="0"/>
                <a:ea typeface="Inter Medium" panose="02000503000000020004" pitchFamily="2" charset="0"/>
              </a:defRPr>
            </a:lvl5pPr>
          </a:lstStyle>
          <a:p>
            <a:pPr lvl="0"/>
            <a:r>
              <a:rPr lang="en-GB"/>
              <a:t>Click to edit Master text styles</a:t>
            </a:r>
          </a:p>
        </p:txBody>
      </p:sp>
      <p:grpSp>
        <p:nvGrpSpPr>
          <p:cNvPr id="6" name="Group 4">
            <a:extLst>
              <a:ext uri="{FF2B5EF4-FFF2-40B4-BE49-F238E27FC236}">
                <a16:creationId xmlns:a16="http://schemas.microsoft.com/office/drawing/2014/main" id="{714C7637-5E21-BDDB-D675-718E58535D6D}"/>
              </a:ext>
            </a:extLst>
          </p:cNvPr>
          <p:cNvGrpSpPr>
            <a:grpSpLocks noChangeAspect="1"/>
          </p:cNvGrpSpPr>
          <p:nvPr userDrawn="1"/>
        </p:nvGrpSpPr>
        <p:grpSpPr bwMode="auto">
          <a:xfrm>
            <a:off x="330271" y="327819"/>
            <a:ext cx="3972600" cy="438124"/>
            <a:chOff x="0" y="3473"/>
            <a:chExt cx="15360" cy="1694"/>
          </a:xfrm>
        </p:grpSpPr>
        <p:sp>
          <p:nvSpPr>
            <p:cNvPr id="17" name="Freeform 5">
              <a:extLst>
                <a:ext uri="{FF2B5EF4-FFF2-40B4-BE49-F238E27FC236}">
                  <a16:creationId xmlns:a16="http://schemas.microsoft.com/office/drawing/2014/main" id="{A57B56D4-851E-7242-EAB1-CD5B53E8B9AB}"/>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6">
              <a:extLst>
                <a:ext uri="{FF2B5EF4-FFF2-40B4-BE49-F238E27FC236}">
                  <a16:creationId xmlns:a16="http://schemas.microsoft.com/office/drawing/2014/main" id="{525FF1F4-36F0-A184-7B99-8F5F4A49C89F}"/>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0" name="Freeform 7">
              <a:extLst>
                <a:ext uri="{FF2B5EF4-FFF2-40B4-BE49-F238E27FC236}">
                  <a16:creationId xmlns:a16="http://schemas.microsoft.com/office/drawing/2014/main" id="{F198715B-A90B-9B06-A055-401A84B0921B}"/>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1" name="Freeform 8">
              <a:extLst>
                <a:ext uri="{FF2B5EF4-FFF2-40B4-BE49-F238E27FC236}">
                  <a16:creationId xmlns:a16="http://schemas.microsoft.com/office/drawing/2014/main" id="{9D2E04D5-A2EE-135D-A8C9-6E695F9BCF31}"/>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2" name="Freeform 9">
              <a:extLst>
                <a:ext uri="{FF2B5EF4-FFF2-40B4-BE49-F238E27FC236}">
                  <a16:creationId xmlns:a16="http://schemas.microsoft.com/office/drawing/2014/main" id="{8CE0DC1F-799B-3F7A-3A71-D20337A4746C}"/>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3" name="Freeform 10">
              <a:extLst>
                <a:ext uri="{FF2B5EF4-FFF2-40B4-BE49-F238E27FC236}">
                  <a16:creationId xmlns:a16="http://schemas.microsoft.com/office/drawing/2014/main" id="{E8EAEE22-055F-6869-D50D-D9C8C9082FDC}"/>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4" name="Freeform 11">
              <a:extLst>
                <a:ext uri="{FF2B5EF4-FFF2-40B4-BE49-F238E27FC236}">
                  <a16:creationId xmlns:a16="http://schemas.microsoft.com/office/drawing/2014/main" id="{EADAC67C-850F-96D3-0962-09E1B4CC3ECB}"/>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5" name="Freeform 12">
              <a:extLst>
                <a:ext uri="{FF2B5EF4-FFF2-40B4-BE49-F238E27FC236}">
                  <a16:creationId xmlns:a16="http://schemas.microsoft.com/office/drawing/2014/main" id="{683187A0-2E68-170D-55EF-0FA20E7A75B8}"/>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62882915"/>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Image">
    <p:bg>
      <p:bgPr>
        <a:solidFill>
          <a:schemeClr val="bg1">
            <a:lumMod val="85000"/>
          </a:schemeClr>
        </a:solidFill>
        <a:effectLst/>
      </p:bgPr>
    </p:bg>
    <p:spTree>
      <p:nvGrpSpPr>
        <p:cNvPr id="1" name=""/>
        <p:cNvGrpSpPr/>
        <p:nvPr/>
      </p:nvGrpSpPr>
      <p:grpSpPr>
        <a:xfrm>
          <a:off x="0" y="0"/>
          <a:ext cx="0" cy="0"/>
          <a:chOff x="0" y="0"/>
          <a:chExt cx="0" cy="0"/>
        </a:xfrm>
      </p:grpSpPr>
      <p:grpSp>
        <p:nvGrpSpPr>
          <p:cNvPr id="4" name="Group 4">
            <a:extLst>
              <a:ext uri="{FF2B5EF4-FFF2-40B4-BE49-F238E27FC236}">
                <a16:creationId xmlns:a16="http://schemas.microsoft.com/office/drawing/2014/main" id="{98F30683-44FB-4995-47C3-43A7DE5523C7}"/>
              </a:ext>
            </a:extLst>
          </p:cNvPr>
          <p:cNvGrpSpPr>
            <a:grpSpLocks noChangeAspect="1"/>
          </p:cNvGrpSpPr>
          <p:nvPr userDrawn="1"/>
        </p:nvGrpSpPr>
        <p:grpSpPr bwMode="auto">
          <a:xfrm>
            <a:off x="330271" y="327819"/>
            <a:ext cx="3972600" cy="438124"/>
            <a:chOff x="0" y="3473"/>
            <a:chExt cx="15360" cy="1694"/>
          </a:xfrm>
        </p:grpSpPr>
        <p:sp>
          <p:nvSpPr>
            <p:cNvPr id="5" name="Freeform 5">
              <a:extLst>
                <a:ext uri="{FF2B5EF4-FFF2-40B4-BE49-F238E27FC236}">
                  <a16:creationId xmlns:a16="http://schemas.microsoft.com/office/drawing/2014/main" id="{77A24E86-91AA-6A9B-314A-752B77481A0D}"/>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6" name="Freeform 6">
              <a:extLst>
                <a:ext uri="{FF2B5EF4-FFF2-40B4-BE49-F238E27FC236}">
                  <a16:creationId xmlns:a16="http://schemas.microsoft.com/office/drawing/2014/main" id="{A879B37A-F4A9-2DDA-3FC3-9FC52384AE62}"/>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8" name="Freeform 7">
              <a:extLst>
                <a:ext uri="{FF2B5EF4-FFF2-40B4-BE49-F238E27FC236}">
                  <a16:creationId xmlns:a16="http://schemas.microsoft.com/office/drawing/2014/main" id="{93DABC58-132F-2F2F-EB5B-78B30A3D448C}"/>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8">
              <a:extLst>
                <a:ext uri="{FF2B5EF4-FFF2-40B4-BE49-F238E27FC236}">
                  <a16:creationId xmlns:a16="http://schemas.microsoft.com/office/drawing/2014/main" id="{DFE51362-844C-B4F1-1A83-A287F312E94A}"/>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9">
              <a:extLst>
                <a:ext uri="{FF2B5EF4-FFF2-40B4-BE49-F238E27FC236}">
                  <a16:creationId xmlns:a16="http://schemas.microsoft.com/office/drawing/2014/main" id="{E0F57AAB-C462-6A3A-9686-048341EA78B1}"/>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0" name="Freeform 10">
              <a:extLst>
                <a:ext uri="{FF2B5EF4-FFF2-40B4-BE49-F238E27FC236}">
                  <a16:creationId xmlns:a16="http://schemas.microsoft.com/office/drawing/2014/main" id="{8A0D371A-82CE-1829-AA32-FB790C7A60A1}"/>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1" name="Freeform 11">
              <a:extLst>
                <a:ext uri="{FF2B5EF4-FFF2-40B4-BE49-F238E27FC236}">
                  <a16:creationId xmlns:a16="http://schemas.microsoft.com/office/drawing/2014/main" id="{EA0DE082-4D8F-8158-56B4-AF85C4A0FA22}"/>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2" name="Freeform 12">
              <a:extLst>
                <a:ext uri="{FF2B5EF4-FFF2-40B4-BE49-F238E27FC236}">
                  <a16:creationId xmlns:a16="http://schemas.microsoft.com/office/drawing/2014/main" id="{530CFB56-59E9-38CF-519A-B532B32547AB}"/>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
        <p:nvSpPr>
          <p:cNvPr id="23" name="Title 1">
            <a:extLst>
              <a:ext uri="{FF2B5EF4-FFF2-40B4-BE49-F238E27FC236}">
                <a16:creationId xmlns:a16="http://schemas.microsoft.com/office/drawing/2014/main" id="{FB5434B5-DD4C-F988-6EBA-085A7DD4940D}"/>
              </a:ext>
            </a:extLst>
          </p:cNvPr>
          <p:cNvSpPr>
            <a:spLocks noGrp="1"/>
          </p:cNvSpPr>
          <p:nvPr>
            <p:ph type="ctrTitle"/>
          </p:nvPr>
        </p:nvSpPr>
        <p:spPr>
          <a:xfrm>
            <a:off x="317251" y="2417400"/>
            <a:ext cx="9144000" cy="1847942"/>
          </a:xfrm>
        </p:spPr>
        <p:txBody>
          <a:bodyPr anchor="b"/>
          <a:lstStyle>
            <a:lvl1pPr algn="l">
              <a:defRPr sz="6400">
                <a:solidFill>
                  <a:schemeClr val="bg1"/>
                </a:solidFill>
              </a:defRPr>
            </a:lvl1pPr>
          </a:lstStyle>
          <a:p>
            <a:r>
              <a:rPr lang="en-GB"/>
              <a:t>Click to edit Master title style</a:t>
            </a:r>
            <a:endParaRPr lang="en-GB" dirty="0"/>
          </a:p>
        </p:txBody>
      </p:sp>
      <p:sp>
        <p:nvSpPr>
          <p:cNvPr id="24" name="Subtitle 2">
            <a:extLst>
              <a:ext uri="{FF2B5EF4-FFF2-40B4-BE49-F238E27FC236}">
                <a16:creationId xmlns:a16="http://schemas.microsoft.com/office/drawing/2014/main" id="{1E34748E-CBEF-26E7-AB9F-696FA5D599DC}"/>
              </a:ext>
            </a:extLst>
          </p:cNvPr>
          <p:cNvSpPr>
            <a:spLocks noGrp="1"/>
          </p:cNvSpPr>
          <p:nvPr>
            <p:ph type="subTitle" idx="1"/>
          </p:nvPr>
        </p:nvSpPr>
        <p:spPr>
          <a:xfrm>
            <a:off x="317251" y="4383000"/>
            <a:ext cx="9144000" cy="1322348"/>
          </a:xfrm>
        </p:spPr>
        <p:txBody>
          <a:bodyPr/>
          <a:lstStyle>
            <a:lvl1pPr marL="0" indent="0" algn="l">
              <a:buNone/>
              <a:defRPr sz="4800">
                <a:solidFill>
                  <a:schemeClr val="bg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25" name="Text Placeholder 17">
            <a:extLst>
              <a:ext uri="{FF2B5EF4-FFF2-40B4-BE49-F238E27FC236}">
                <a16:creationId xmlns:a16="http://schemas.microsoft.com/office/drawing/2014/main" id="{1DF2DBC8-2D33-BD84-A330-691C8B97975A}"/>
              </a:ext>
            </a:extLst>
          </p:cNvPr>
          <p:cNvSpPr>
            <a:spLocks noGrp="1"/>
          </p:cNvSpPr>
          <p:nvPr>
            <p:ph type="body" sz="quarter" idx="10"/>
          </p:nvPr>
        </p:nvSpPr>
        <p:spPr>
          <a:xfrm>
            <a:off x="330271" y="5789336"/>
            <a:ext cx="5579198" cy="740845"/>
          </a:xfrm>
        </p:spPr>
        <p:txBody>
          <a:bodyPr anchor="b"/>
          <a:lstStyle>
            <a:lvl1pPr>
              <a:defRPr sz="2200">
                <a:solidFill>
                  <a:schemeClr val="bg1"/>
                </a:solidFill>
                <a:latin typeface="Imperial Sans Text Medium" panose="020B0603020202020204" pitchFamily="34" charset="0"/>
                <a:ea typeface="Inter Medium" panose="02000503000000020004" pitchFamily="2" charset="0"/>
              </a:defRPr>
            </a:lvl1pPr>
            <a:lvl2pPr>
              <a:defRPr sz="2200">
                <a:solidFill>
                  <a:schemeClr val="bg1"/>
                </a:solidFill>
              </a:defRPr>
            </a:lvl2pPr>
            <a:lvl3pPr>
              <a:defRPr sz="2200">
                <a:solidFill>
                  <a:schemeClr val="bg1"/>
                </a:solidFill>
                <a:latin typeface="Inter Medium" panose="02000503000000020004" pitchFamily="2" charset="0"/>
                <a:ea typeface="Inter Medium" panose="02000503000000020004" pitchFamily="2" charset="0"/>
              </a:defRPr>
            </a:lvl3pPr>
            <a:lvl4pPr>
              <a:defRPr sz="2200">
                <a:solidFill>
                  <a:schemeClr val="bg1"/>
                </a:solidFill>
                <a:latin typeface="Inter Medium" panose="02000503000000020004" pitchFamily="2" charset="0"/>
                <a:ea typeface="Inter Medium" panose="02000503000000020004" pitchFamily="2" charset="0"/>
              </a:defRPr>
            </a:lvl4pPr>
            <a:lvl5pPr>
              <a:defRPr sz="2200">
                <a:solidFill>
                  <a:schemeClr val="bg1"/>
                </a:solidFill>
                <a:latin typeface="Inter Medium" panose="02000503000000020004" pitchFamily="2" charset="0"/>
                <a:ea typeface="Inter Medium" panose="02000503000000020004" pitchFamily="2" charset="0"/>
              </a:defRPr>
            </a:lvl5pPr>
          </a:lstStyle>
          <a:p>
            <a:pPr lvl="0"/>
            <a:r>
              <a:rPr lang="en-GB"/>
              <a:t>Click to edit Master text styles</a:t>
            </a:r>
          </a:p>
        </p:txBody>
      </p:sp>
    </p:spTree>
    <p:extLst>
      <p:ext uri="{BB962C8B-B14F-4D97-AF65-F5344CB8AC3E}">
        <p14:creationId xmlns:p14="http://schemas.microsoft.com/office/powerpoint/2010/main" val="4079999131"/>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19FE4-6876-B5B6-E975-473C9AD4B5B2}"/>
              </a:ext>
            </a:extLst>
          </p:cNvPr>
          <p:cNvSpPr>
            <a:spLocks noGrp="1"/>
          </p:cNvSpPr>
          <p:nvPr>
            <p:ph type="title"/>
          </p:nvPr>
        </p:nvSpPr>
        <p:spPr>
          <a:xfrm>
            <a:off x="318494" y="327819"/>
            <a:ext cx="5163243" cy="3101181"/>
          </a:xfrm>
        </p:spPr>
        <p:txBody>
          <a:bodyPr/>
          <a:lstStyle>
            <a:lvl1pPr>
              <a:defRPr sz="6400"/>
            </a:lvl1p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089A3DB1-810F-A8E3-C248-4835CAA99DF5}"/>
              </a:ext>
            </a:extLst>
          </p:cNvPr>
          <p:cNvSpPr>
            <a:spLocks noGrp="1"/>
          </p:cNvSpPr>
          <p:nvPr>
            <p:ph type="dt" sz="half" idx="10"/>
          </p:nvPr>
        </p:nvSpPr>
        <p:spPr/>
        <p:txBody>
          <a:bodyPr/>
          <a:lstStyle/>
          <a:p>
            <a:fld id="{25AC290B-FE37-4CAC-A7C0-E9786931747E}" type="datetime1">
              <a:rPr lang="en-GB" smtClean="0"/>
              <a:t>18/03/2026</a:t>
            </a:fld>
            <a:endParaRPr lang="en-GB"/>
          </a:p>
        </p:txBody>
      </p:sp>
      <p:sp>
        <p:nvSpPr>
          <p:cNvPr id="4" name="Footer Placeholder 3">
            <a:extLst>
              <a:ext uri="{FF2B5EF4-FFF2-40B4-BE49-F238E27FC236}">
                <a16:creationId xmlns:a16="http://schemas.microsoft.com/office/drawing/2014/main" id="{A6B777E5-A94F-F8C3-D5F7-C4C35810FF1A}"/>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8A089025-7C4D-C600-55FE-4CBA1AECC50A}"/>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6">
            <a:extLst>
              <a:ext uri="{FF2B5EF4-FFF2-40B4-BE49-F238E27FC236}">
                <a16:creationId xmlns:a16="http://schemas.microsoft.com/office/drawing/2014/main" id="{3F3EA03B-C9D6-61A6-148F-9BF74F07D9B8}"/>
              </a:ext>
            </a:extLst>
          </p:cNvPr>
          <p:cNvSpPr>
            <a:spLocks noGrp="1"/>
          </p:cNvSpPr>
          <p:nvPr>
            <p:ph sz="quarter" idx="13"/>
          </p:nvPr>
        </p:nvSpPr>
        <p:spPr>
          <a:xfrm>
            <a:off x="6096001" y="327025"/>
            <a:ext cx="5777508" cy="3101977"/>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402084810"/>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19FE4-6876-B5B6-E975-473C9AD4B5B2}"/>
              </a:ext>
            </a:extLst>
          </p:cNvPr>
          <p:cNvSpPr>
            <a:spLocks noGrp="1"/>
          </p:cNvSpPr>
          <p:nvPr>
            <p:ph type="title"/>
          </p:nvPr>
        </p:nvSpPr>
        <p:spPr>
          <a:xfrm>
            <a:off x="318494" y="327819"/>
            <a:ext cx="5163243" cy="3101181"/>
          </a:xfrm>
        </p:spPr>
        <p:txBody>
          <a:bodyPr/>
          <a:lstStyle>
            <a:lvl1pPr>
              <a:defRPr sz="6400"/>
            </a:lvl1p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089A3DB1-810F-A8E3-C248-4835CAA99DF5}"/>
              </a:ext>
            </a:extLst>
          </p:cNvPr>
          <p:cNvSpPr>
            <a:spLocks noGrp="1"/>
          </p:cNvSpPr>
          <p:nvPr>
            <p:ph type="dt" sz="half" idx="10"/>
          </p:nvPr>
        </p:nvSpPr>
        <p:spPr/>
        <p:txBody>
          <a:bodyPr/>
          <a:lstStyle/>
          <a:p>
            <a:fld id="{E173B2C5-AC24-4FB9-9DF9-3E93E97F7E15}" type="datetime1">
              <a:rPr lang="en-GB" smtClean="0"/>
              <a:t>18/03/2026</a:t>
            </a:fld>
            <a:endParaRPr lang="en-GB"/>
          </a:p>
        </p:txBody>
      </p:sp>
      <p:sp>
        <p:nvSpPr>
          <p:cNvPr id="4" name="Footer Placeholder 3">
            <a:extLst>
              <a:ext uri="{FF2B5EF4-FFF2-40B4-BE49-F238E27FC236}">
                <a16:creationId xmlns:a16="http://schemas.microsoft.com/office/drawing/2014/main" id="{A6B777E5-A94F-F8C3-D5F7-C4C35810FF1A}"/>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8A089025-7C4D-C600-55FE-4CBA1AECC50A}"/>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6">
            <a:extLst>
              <a:ext uri="{FF2B5EF4-FFF2-40B4-BE49-F238E27FC236}">
                <a16:creationId xmlns:a16="http://schemas.microsoft.com/office/drawing/2014/main" id="{3F3EA03B-C9D6-61A6-148F-9BF74F07D9B8}"/>
              </a:ext>
            </a:extLst>
          </p:cNvPr>
          <p:cNvSpPr>
            <a:spLocks noGrp="1"/>
          </p:cNvSpPr>
          <p:nvPr>
            <p:ph sz="quarter" idx="13"/>
          </p:nvPr>
        </p:nvSpPr>
        <p:spPr>
          <a:xfrm>
            <a:off x="6096001" y="327025"/>
            <a:ext cx="5777508" cy="3101977"/>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3961220234"/>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Khaki">
    <p:bg>
      <p:bgPr>
        <a:solidFill>
          <a:srgbClr val="FBF7D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19FE4-6876-B5B6-E975-473C9AD4B5B2}"/>
              </a:ext>
            </a:extLst>
          </p:cNvPr>
          <p:cNvSpPr>
            <a:spLocks noGrp="1"/>
          </p:cNvSpPr>
          <p:nvPr>
            <p:ph type="title"/>
          </p:nvPr>
        </p:nvSpPr>
        <p:spPr>
          <a:xfrm>
            <a:off x="318494" y="327819"/>
            <a:ext cx="5163243" cy="3101181"/>
          </a:xfrm>
        </p:spPr>
        <p:txBody>
          <a:bodyPr/>
          <a:lstStyle>
            <a:lvl1pPr>
              <a:defRPr sz="6400"/>
            </a:lvl1p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089A3DB1-810F-A8E3-C248-4835CAA99DF5}"/>
              </a:ext>
            </a:extLst>
          </p:cNvPr>
          <p:cNvSpPr>
            <a:spLocks noGrp="1"/>
          </p:cNvSpPr>
          <p:nvPr>
            <p:ph type="dt" sz="half" idx="10"/>
          </p:nvPr>
        </p:nvSpPr>
        <p:spPr/>
        <p:txBody>
          <a:bodyPr/>
          <a:lstStyle/>
          <a:p>
            <a:fld id="{410DC3EE-520A-4B0C-9A93-8A3BCE343C2C}" type="datetime1">
              <a:rPr lang="en-GB" smtClean="0"/>
              <a:t>18/03/2026</a:t>
            </a:fld>
            <a:endParaRPr lang="en-GB"/>
          </a:p>
        </p:txBody>
      </p:sp>
      <p:sp>
        <p:nvSpPr>
          <p:cNvPr id="4" name="Footer Placeholder 3">
            <a:extLst>
              <a:ext uri="{FF2B5EF4-FFF2-40B4-BE49-F238E27FC236}">
                <a16:creationId xmlns:a16="http://schemas.microsoft.com/office/drawing/2014/main" id="{A6B777E5-A94F-F8C3-D5F7-C4C35810FF1A}"/>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8A089025-7C4D-C600-55FE-4CBA1AECC50A}"/>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6">
            <a:extLst>
              <a:ext uri="{FF2B5EF4-FFF2-40B4-BE49-F238E27FC236}">
                <a16:creationId xmlns:a16="http://schemas.microsoft.com/office/drawing/2014/main" id="{3F3EA03B-C9D6-61A6-148F-9BF74F07D9B8}"/>
              </a:ext>
            </a:extLst>
          </p:cNvPr>
          <p:cNvSpPr>
            <a:spLocks noGrp="1"/>
          </p:cNvSpPr>
          <p:nvPr>
            <p:ph sz="quarter" idx="13"/>
          </p:nvPr>
        </p:nvSpPr>
        <p:spPr>
          <a:xfrm>
            <a:off x="6096001" y="327025"/>
            <a:ext cx="5777508" cy="3101977"/>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4034832032"/>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genda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19FE4-6876-B5B6-E975-473C9AD4B5B2}"/>
              </a:ext>
            </a:extLst>
          </p:cNvPr>
          <p:cNvSpPr>
            <a:spLocks noGrp="1"/>
          </p:cNvSpPr>
          <p:nvPr>
            <p:ph type="title"/>
          </p:nvPr>
        </p:nvSpPr>
        <p:spPr>
          <a:xfrm>
            <a:off x="318494" y="238870"/>
            <a:ext cx="5163243" cy="3190130"/>
          </a:xfrm>
        </p:spPr>
        <p:txBody>
          <a:bodyPr/>
          <a:lstStyle>
            <a:lvl1pPr>
              <a:defRPr sz="6400">
                <a:solidFill>
                  <a:schemeClr val="bg1"/>
                </a:solidFill>
              </a:defRPr>
            </a:lvl1p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089A3DB1-810F-A8E3-C248-4835CAA99DF5}"/>
              </a:ext>
            </a:extLst>
          </p:cNvPr>
          <p:cNvSpPr>
            <a:spLocks noGrp="1"/>
          </p:cNvSpPr>
          <p:nvPr>
            <p:ph type="dt" sz="half" idx="10"/>
          </p:nvPr>
        </p:nvSpPr>
        <p:spPr/>
        <p:txBody>
          <a:bodyPr/>
          <a:lstStyle>
            <a:lvl1pPr>
              <a:defRPr>
                <a:solidFill>
                  <a:schemeClr val="bg1"/>
                </a:solidFill>
              </a:defRPr>
            </a:lvl1pPr>
          </a:lstStyle>
          <a:p>
            <a:fld id="{13580E58-B3EF-4403-ADDB-DF633B46989D}" type="datetime1">
              <a:rPr lang="en-GB" smtClean="0"/>
              <a:t>18/03/2026</a:t>
            </a:fld>
            <a:endParaRPr lang="en-GB"/>
          </a:p>
        </p:txBody>
      </p:sp>
      <p:sp>
        <p:nvSpPr>
          <p:cNvPr id="4" name="Footer Placeholder 3">
            <a:extLst>
              <a:ext uri="{FF2B5EF4-FFF2-40B4-BE49-F238E27FC236}">
                <a16:creationId xmlns:a16="http://schemas.microsoft.com/office/drawing/2014/main" id="{A6B777E5-A94F-F8C3-D5F7-C4C35810FF1A}"/>
              </a:ext>
            </a:extLst>
          </p:cNvPr>
          <p:cNvSpPr>
            <a:spLocks noGrp="1"/>
          </p:cNvSpPr>
          <p:nvPr>
            <p:ph type="ftr" sz="quarter" idx="11"/>
          </p:nvPr>
        </p:nvSpPr>
        <p:spPr/>
        <p:txBody>
          <a:bodyPr/>
          <a:lstStyle>
            <a:lvl1pPr>
              <a:defRPr>
                <a:solidFill>
                  <a:schemeClr val="bg1"/>
                </a:solidFill>
              </a:defRPr>
            </a:lvl1pPr>
          </a:lstStyle>
          <a:p>
            <a:endParaRPr lang="en-GB" dirty="0"/>
          </a:p>
        </p:txBody>
      </p:sp>
      <p:sp>
        <p:nvSpPr>
          <p:cNvPr id="5" name="Slide Number Placeholder 4">
            <a:extLst>
              <a:ext uri="{FF2B5EF4-FFF2-40B4-BE49-F238E27FC236}">
                <a16:creationId xmlns:a16="http://schemas.microsoft.com/office/drawing/2014/main" id="{8A089025-7C4D-C600-55FE-4CBA1AECC50A}"/>
              </a:ext>
            </a:extLst>
          </p:cNvPr>
          <p:cNvSpPr>
            <a:spLocks noGrp="1"/>
          </p:cNvSpPr>
          <p:nvPr>
            <p:ph type="sldNum" sz="quarter" idx="12"/>
          </p:nvPr>
        </p:nvSpPr>
        <p:spPr/>
        <p:txBody>
          <a:bodyPr/>
          <a:lstStyle>
            <a:lvl1pPr>
              <a:defRPr>
                <a:solidFill>
                  <a:schemeClr val="bg1"/>
                </a:solidFill>
              </a:defRPr>
            </a:lvl1pPr>
          </a:lstStyle>
          <a:p>
            <a:fld id="{CBA53E11-492D-48B3-9F9B-09541CA2A39A}" type="slidenum">
              <a:rPr lang="en-GB" smtClean="0"/>
              <a:pPr/>
              <a:t>‹#›</a:t>
            </a:fld>
            <a:endParaRPr lang="en-GB"/>
          </a:p>
        </p:txBody>
      </p:sp>
      <p:sp>
        <p:nvSpPr>
          <p:cNvPr id="7" name="Content Placeholder 6">
            <a:extLst>
              <a:ext uri="{FF2B5EF4-FFF2-40B4-BE49-F238E27FC236}">
                <a16:creationId xmlns:a16="http://schemas.microsoft.com/office/drawing/2014/main" id="{3F3EA03B-C9D6-61A6-148F-9BF74F07D9B8}"/>
              </a:ext>
            </a:extLst>
          </p:cNvPr>
          <p:cNvSpPr>
            <a:spLocks noGrp="1"/>
          </p:cNvSpPr>
          <p:nvPr>
            <p:ph sz="quarter" idx="13"/>
          </p:nvPr>
        </p:nvSpPr>
        <p:spPr>
          <a:xfrm>
            <a:off x="6096001" y="327819"/>
            <a:ext cx="5777508" cy="310118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TextBox 7">
            <a:extLst>
              <a:ext uri="{FF2B5EF4-FFF2-40B4-BE49-F238E27FC236}">
                <a16:creationId xmlns:a16="http://schemas.microsoft.com/office/drawing/2014/main" id="{F9C35426-417C-E41E-5A03-5974D3C79A08}"/>
              </a:ext>
            </a:extLst>
          </p:cNvPr>
          <p:cNvSpPr txBox="1"/>
          <p:nvPr userDrawn="1"/>
        </p:nvSpPr>
        <p:spPr>
          <a:xfrm>
            <a:off x="326232" y="6393702"/>
            <a:ext cx="1417500" cy="137272"/>
          </a:xfrm>
          <a:prstGeom prst="rect">
            <a:avLst/>
          </a:prstGeom>
          <a:noFill/>
        </p:spPr>
        <p:txBody>
          <a:bodyPr wrap="square" lIns="0" tIns="0" rIns="0" bIns="0" rtlCol="0" anchor="b">
            <a:noAutofit/>
          </a:bodyPr>
          <a:lstStyle/>
          <a:p>
            <a:pPr algn="l"/>
            <a:r>
              <a:rPr lang="en-US" sz="850" b="0" dirty="0">
                <a:solidFill>
                  <a:schemeClr val="bg1"/>
                </a:solidFill>
                <a:latin typeface="+mj-lt"/>
              </a:rPr>
              <a:t>Imperial College London</a:t>
            </a:r>
          </a:p>
        </p:txBody>
      </p:sp>
    </p:spTree>
    <p:extLst>
      <p:ext uri="{BB962C8B-B14F-4D97-AF65-F5344CB8AC3E}">
        <p14:creationId xmlns:p14="http://schemas.microsoft.com/office/powerpoint/2010/main" val="751618283"/>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0AC38-BED1-9031-E2E0-CB195EDFD8B7}"/>
              </a:ext>
            </a:extLst>
          </p:cNvPr>
          <p:cNvSpPr>
            <a:spLocks noGrp="1"/>
          </p:cNvSpPr>
          <p:nvPr>
            <p:ph type="title"/>
          </p:nvPr>
        </p:nvSpPr>
        <p:spPr>
          <a:xfrm>
            <a:off x="325800" y="252000"/>
            <a:ext cx="11540763" cy="378044"/>
          </a:xfrm>
        </p:spPr>
        <p:txBody>
          <a:bodyPr/>
          <a:lstStyle>
            <a:lvl1pPr>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73B26F26-EA3D-40AC-124C-008BE90D71FC}"/>
              </a:ext>
            </a:extLst>
          </p:cNvPr>
          <p:cNvSpPr>
            <a:spLocks noGrp="1"/>
          </p:cNvSpPr>
          <p:nvPr>
            <p:ph idx="1"/>
          </p:nvPr>
        </p:nvSpPr>
        <p:spPr>
          <a:xfrm>
            <a:off x="325800" y="1394619"/>
            <a:ext cx="11540763" cy="486648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DFCC11D5-984D-8680-D542-25A06BDC5C8B}"/>
              </a:ext>
            </a:extLst>
          </p:cNvPr>
          <p:cNvSpPr>
            <a:spLocks noGrp="1"/>
          </p:cNvSpPr>
          <p:nvPr>
            <p:ph type="dt" sz="half" idx="10"/>
          </p:nvPr>
        </p:nvSpPr>
        <p:spPr/>
        <p:txBody>
          <a:bodyPr/>
          <a:lstStyle/>
          <a:p>
            <a:fld id="{EACC6AFE-4BFD-492A-99C3-CF71F029C358}" type="datetime1">
              <a:rPr lang="en-GB" smtClean="0"/>
              <a:t>18/03/2026</a:t>
            </a:fld>
            <a:endParaRPr lang="en-GB"/>
          </a:p>
        </p:txBody>
      </p:sp>
      <p:sp>
        <p:nvSpPr>
          <p:cNvPr id="5" name="Footer Placeholder 4">
            <a:extLst>
              <a:ext uri="{FF2B5EF4-FFF2-40B4-BE49-F238E27FC236}">
                <a16:creationId xmlns:a16="http://schemas.microsoft.com/office/drawing/2014/main" id="{3D2E529F-F811-2979-BFFA-08BB8BC2F24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40A69BFE-A663-D9A7-8252-C853694690A1}"/>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8" name="Subtitle 2">
            <a:extLst>
              <a:ext uri="{FF2B5EF4-FFF2-40B4-BE49-F238E27FC236}">
                <a16:creationId xmlns:a16="http://schemas.microsoft.com/office/drawing/2014/main" id="{62B454FF-7060-E11B-6122-C9D16BC06047}"/>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33174669"/>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0AC38-BED1-9031-E2E0-CB195EDFD8B7}"/>
              </a:ext>
            </a:extLst>
          </p:cNvPr>
          <p:cNvSpPr>
            <a:spLocks noGrp="1"/>
          </p:cNvSpPr>
          <p:nvPr>
            <p:ph type="title"/>
          </p:nvPr>
        </p:nvSpPr>
        <p:spPr>
          <a:xfrm>
            <a:off x="325800" y="252000"/>
            <a:ext cx="11540763" cy="378044"/>
          </a:xfrm>
        </p:spPr>
        <p:txBody>
          <a:bodyPr/>
          <a:lstStyle>
            <a:lvl1pPr>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73B26F26-EA3D-40AC-124C-008BE90D71FC}"/>
              </a:ext>
            </a:extLst>
          </p:cNvPr>
          <p:cNvSpPr>
            <a:spLocks noGrp="1"/>
          </p:cNvSpPr>
          <p:nvPr>
            <p:ph idx="1"/>
          </p:nvPr>
        </p:nvSpPr>
        <p:spPr>
          <a:xfrm>
            <a:off x="325800" y="1394619"/>
            <a:ext cx="11540763" cy="486648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DFCC11D5-984D-8680-D542-25A06BDC5C8B}"/>
              </a:ext>
            </a:extLst>
          </p:cNvPr>
          <p:cNvSpPr>
            <a:spLocks noGrp="1"/>
          </p:cNvSpPr>
          <p:nvPr>
            <p:ph type="dt" sz="half" idx="10"/>
          </p:nvPr>
        </p:nvSpPr>
        <p:spPr/>
        <p:txBody>
          <a:bodyPr/>
          <a:lstStyle/>
          <a:p>
            <a:fld id="{95943724-B1DD-482A-99D3-F0B81FE25C13}" type="datetime1">
              <a:rPr lang="en-GB" smtClean="0"/>
              <a:t>18/03/2026</a:t>
            </a:fld>
            <a:endParaRPr lang="en-GB"/>
          </a:p>
        </p:txBody>
      </p:sp>
      <p:sp>
        <p:nvSpPr>
          <p:cNvPr id="5" name="Footer Placeholder 4">
            <a:extLst>
              <a:ext uri="{FF2B5EF4-FFF2-40B4-BE49-F238E27FC236}">
                <a16:creationId xmlns:a16="http://schemas.microsoft.com/office/drawing/2014/main" id="{3D2E529F-F811-2979-BFFA-08BB8BC2F24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40A69BFE-A663-D9A7-8252-C853694690A1}"/>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8" name="Subtitle 2">
            <a:extLst>
              <a:ext uri="{FF2B5EF4-FFF2-40B4-BE49-F238E27FC236}">
                <a16:creationId xmlns:a16="http://schemas.microsoft.com/office/drawing/2014/main" id="{62B454FF-7060-E11B-6122-C9D16BC06047}"/>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1218463841"/>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Khaki">
    <p:bg>
      <p:bgPr>
        <a:solidFill>
          <a:srgbClr val="FBF7D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0AC38-BED1-9031-E2E0-CB195EDFD8B7}"/>
              </a:ext>
            </a:extLst>
          </p:cNvPr>
          <p:cNvSpPr>
            <a:spLocks noGrp="1"/>
          </p:cNvSpPr>
          <p:nvPr>
            <p:ph type="title"/>
          </p:nvPr>
        </p:nvSpPr>
        <p:spPr>
          <a:xfrm>
            <a:off x="325800" y="252000"/>
            <a:ext cx="11540763" cy="378044"/>
          </a:xfrm>
        </p:spPr>
        <p:txBody>
          <a:bodyPr/>
          <a:lstStyle>
            <a:lvl1pPr>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73B26F26-EA3D-40AC-124C-008BE90D71FC}"/>
              </a:ext>
            </a:extLst>
          </p:cNvPr>
          <p:cNvSpPr>
            <a:spLocks noGrp="1"/>
          </p:cNvSpPr>
          <p:nvPr>
            <p:ph idx="1"/>
          </p:nvPr>
        </p:nvSpPr>
        <p:spPr>
          <a:xfrm>
            <a:off x="325800" y="1394619"/>
            <a:ext cx="11540763" cy="486648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DFCC11D5-984D-8680-D542-25A06BDC5C8B}"/>
              </a:ext>
            </a:extLst>
          </p:cNvPr>
          <p:cNvSpPr>
            <a:spLocks noGrp="1"/>
          </p:cNvSpPr>
          <p:nvPr>
            <p:ph type="dt" sz="half" idx="10"/>
          </p:nvPr>
        </p:nvSpPr>
        <p:spPr/>
        <p:txBody>
          <a:bodyPr/>
          <a:lstStyle/>
          <a:p>
            <a:fld id="{9C8792EF-2329-48B7-AF81-8D7B74AB2366}" type="datetime1">
              <a:rPr lang="en-GB" smtClean="0"/>
              <a:t>18/03/2026</a:t>
            </a:fld>
            <a:endParaRPr lang="en-GB"/>
          </a:p>
        </p:txBody>
      </p:sp>
      <p:sp>
        <p:nvSpPr>
          <p:cNvPr id="5" name="Footer Placeholder 4">
            <a:extLst>
              <a:ext uri="{FF2B5EF4-FFF2-40B4-BE49-F238E27FC236}">
                <a16:creationId xmlns:a16="http://schemas.microsoft.com/office/drawing/2014/main" id="{3D2E529F-F811-2979-BFFA-08BB8BC2F24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40A69BFE-A663-D9A7-8252-C853694690A1}"/>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8" name="Subtitle 2">
            <a:extLst>
              <a:ext uri="{FF2B5EF4-FFF2-40B4-BE49-F238E27FC236}">
                <a16:creationId xmlns:a16="http://schemas.microsoft.com/office/drawing/2014/main" id="{62B454FF-7060-E11B-6122-C9D16BC06047}"/>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1685261070"/>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934A7-BB27-0705-778A-9BC1A80F5880}"/>
              </a:ext>
            </a:extLst>
          </p:cNvPr>
          <p:cNvSpPr>
            <a:spLocks noGrp="1"/>
          </p:cNvSpPr>
          <p:nvPr>
            <p:ph type="title"/>
          </p:nvPr>
        </p:nvSpPr>
        <p:spPr>
          <a:xfrm>
            <a:off x="326232" y="252000"/>
            <a:ext cx="11541025" cy="378044"/>
          </a:xfrm>
        </p:spPr>
        <p:txBody>
          <a:bodyPr/>
          <a:lstStyle/>
          <a:p>
            <a:r>
              <a:rPr lang="en-GB"/>
              <a:t>Click to edit Master title style</a:t>
            </a:r>
          </a:p>
        </p:txBody>
      </p:sp>
      <p:sp>
        <p:nvSpPr>
          <p:cNvPr id="3" name="Content Placeholder 2">
            <a:extLst>
              <a:ext uri="{FF2B5EF4-FFF2-40B4-BE49-F238E27FC236}">
                <a16:creationId xmlns:a16="http://schemas.microsoft.com/office/drawing/2014/main" id="{4423D824-2B92-00E0-3B10-2E7351FAE033}"/>
              </a:ext>
            </a:extLst>
          </p:cNvPr>
          <p:cNvSpPr>
            <a:spLocks noGrp="1"/>
          </p:cNvSpPr>
          <p:nvPr>
            <p:ph sz="half" idx="1"/>
          </p:nvPr>
        </p:nvSpPr>
        <p:spPr>
          <a:xfrm>
            <a:off x="326232" y="1394619"/>
            <a:ext cx="5583238" cy="486648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9316325E-A8D8-4356-8054-A314C1AF0A0C}"/>
              </a:ext>
            </a:extLst>
          </p:cNvPr>
          <p:cNvSpPr>
            <a:spLocks noGrp="1"/>
          </p:cNvSpPr>
          <p:nvPr>
            <p:ph sz="half" idx="2"/>
          </p:nvPr>
        </p:nvSpPr>
        <p:spPr>
          <a:xfrm>
            <a:off x="6283325" y="1394619"/>
            <a:ext cx="5583238" cy="486648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8109A4F-CF52-ABB2-91FD-CF9C01BF0DA3}"/>
              </a:ext>
            </a:extLst>
          </p:cNvPr>
          <p:cNvSpPr>
            <a:spLocks noGrp="1"/>
          </p:cNvSpPr>
          <p:nvPr>
            <p:ph type="dt" sz="half" idx="10"/>
          </p:nvPr>
        </p:nvSpPr>
        <p:spPr/>
        <p:txBody>
          <a:bodyPr/>
          <a:lstStyle/>
          <a:p>
            <a:fld id="{412FA6E5-885E-452D-BCEC-B566EBAB2E87}" type="datetime1">
              <a:rPr lang="en-GB" smtClean="0"/>
              <a:t>18/03/2026</a:t>
            </a:fld>
            <a:endParaRPr lang="en-GB"/>
          </a:p>
        </p:txBody>
      </p:sp>
      <p:sp>
        <p:nvSpPr>
          <p:cNvPr id="6" name="Footer Placeholder 5">
            <a:extLst>
              <a:ext uri="{FF2B5EF4-FFF2-40B4-BE49-F238E27FC236}">
                <a16:creationId xmlns:a16="http://schemas.microsoft.com/office/drawing/2014/main" id="{EC5B9B47-9D04-96FB-8B95-D7BC38470F9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59D9458-0376-0EC1-BA89-A49552E192E8}"/>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10" name="Subtitle 2">
            <a:extLst>
              <a:ext uri="{FF2B5EF4-FFF2-40B4-BE49-F238E27FC236}">
                <a16:creationId xmlns:a16="http://schemas.microsoft.com/office/drawing/2014/main" id="{3E5619CB-8093-9292-D19B-3E145BB563F3}"/>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2090358580"/>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934A7-BB27-0705-778A-9BC1A80F5880}"/>
              </a:ext>
            </a:extLst>
          </p:cNvPr>
          <p:cNvSpPr>
            <a:spLocks noGrp="1"/>
          </p:cNvSpPr>
          <p:nvPr>
            <p:ph type="title"/>
          </p:nvPr>
        </p:nvSpPr>
        <p:spPr>
          <a:xfrm>
            <a:off x="326232" y="252000"/>
            <a:ext cx="11541025" cy="378044"/>
          </a:xfrm>
        </p:spPr>
        <p:txBody>
          <a:bodyPr/>
          <a:lstStyle/>
          <a:p>
            <a:r>
              <a:rPr lang="en-GB"/>
              <a:t>Click to edit Master title style</a:t>
            </a:r>
          </a:p>
        </p:txBody>
      </p:sp>
      <p:sp>
        <p:nvSpPr>
          <p:cNvPr id="3" name="Content Placeholder 2">
            <a:extLst>
              <a:ext uri="{FF2B5EF4-FFF2-40B4-BE49-F238E27FC236}">
                <a16:creationId xmlns:a16="http://schemas.microsoft.com/office/drawing/2014/main" id="{4423D824-2B92-00E0-3B10-2E7351FAE033}"/>
              </a:ext>
            </a:extLst>
          </p:cNvPr>
          <p:cNvSpPr>
            <a:spLocks noGrp="1"/>
          </p:cNvSpPr>
          <p:nvPr>
            <p:ph sz="half" idx="1"/>
          </p:nvPr>
        </p:nvSpPr>
        <p:spPr>
          <a:xfrm>
            <a:off x="326232" y="1394619"/>
            <a:ext cx="5583238" cy="486648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9316325E-A8D8-4356-8054-A314C1AF0A0C}"/>
              </a:ext>
            </a:extLst>
          </p:cNvPr>
          <p:cNvSpPr>
            <a:spLocks noGrp="1"/>
          </p:cNvSpPr>
          <p:nvPr>
            <p:ph sz="half" idx="2"/>
          </p:nvPr>
        </p:nvSpPr>
        <p:spPr>
          <a:xfrm>
            <a:off x="6283325" y="1394619"/>
            <a:ext cx="5583238" cy="486648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8109A4F-CF52-ABB2-91FD-CF9C01BF0DA3}"/>
              </a:ext>
            </a:extLst>
          </p:cNvPr>
          <p:cNvSpPr>
            <a:spLocks noGrp="1"/>
          </p:cNvSpPr>
          <p:nvPr>
            <p:ph type="dt" sz="half" idx="10"/>
          </p:nvPr>
        </p:nvSpPr>
        <p:spPr/>
        <p:txBody>
          <a:bodyPr/>
          <a:lstStyle/>
          <a:p>
            <a:fld id="{8FFF2980-2D33-46A0-BDAC-9B4CFD93A7F6}" type="datetime1">
              <a:rPr lang="en-GB" smtClean="0"/>
              <a:t>18/03/2026</a:t>
            </a:fld>
            <a:endParaRPr lang="en-GB"/>
          </a:p>
        </p:txBody>
      </p:sp>
      <p:sp>
        <p:nvSpPr>
          <p:cNvPr id="6" name="Footer Placeholder 5">
            <a:extLst>
              <a:ext uri="{FF2B5EF4-FFF2-40B4-BE49-F238E27FC236}">
                <a16:creationId xmlns:a16="http://schemas.microsoft.com/office/drawing/2014/main" id="{EC5B9B47-9D04-96FB-8B95-D7BC38470F9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59D9458-0376-0EC1-BA89-A49552E192E8}"/>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10" name="Subtitle 2">
            <a:extLst>
              <a:ext uri="{FF2B5EF4-FFF2-40B4-BE49-F238E27FC236}">
                <a16:creationId xmlns:a16="http://schemas.microsoft.com/office/drawing/2014/main" id="{3E5619CB-8093-9292-D19B-3E145BB563F3}"/>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2020195970"/>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Khaki">
    <p:bg>
      <p:bgPr>
        <a:solidFill>
          <a:srgbClr val="FBF7D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934A7-BB27-0705-778A-9BC1A80F5880}"/>
              </a:ext>
            </a:extLst>
          </p:cNvPr>
          <p:cNvSpPr>
            <a:spLocks noGrp="1"/>
          </p:cNvSpPr>
          <p:nvPr>
            <p:ph type="title"/>
          </p:nvPr>
        </p:nvSpPr>
        <p:spPr>
          <a:xfrm>
            <a:off x="326232" y="252000"/>
            <a:ext cx="11541025" cy="378044"/>
          </a:xfrm>
        </p:spPr>
        <p:txBody>
          <a:bodyPr/>
          <a:lstStyle/>
          <a:p>
            <a:r>
              <a:rPr lang="en-GB"/>
              <a:t>Click to edit Master title style</a:t>
            </a:r>
          </a:p>
        </p:txBody>
      </p:sp>
      <p:sp>
        <p:nvSpPr>
          <p:cNvPr id="3" name="Content Placeholder 2">
            <a:extLst>
              <a:ext uri="{FF2B5EF4-FFF2-40B4-BE49-F238E27FC236}">
                <a16:creationId xmlns:a16="http://schemas.microsoft.com/office/drawing/2014/main" id="{4423D824-2B92-00E0-3B10-2E7351FAE033}"/>
              </a:ext>
            </a:extLst>
          </p:cNvPr>
          <p:cNvSpPr>
            <a:spLocks noGrp="1"/>
          </p:cNvSpPr>
          <p:nvPr>
            <p:ph sz="half" idx="1"/>
          </p:nvPr>
        </p:nvSpPr>
        <p:spPr>
          <a:xfrm>
            <a:off x="326232" y="1394619"/>
            <a:ext cx="5583238" cy="486648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9316325E-A8D8-4356-8054-A314C1AF0A0C}"/>
              </a:ext>
            </a:extLst>
          </p:cNvPr>
          <p:cNvSpPr>
            <a:spLocks noGrp="1"/>
          </p:cNvSpPr>
          <p:nvPr>
            <p:ph sz="half" idx="2"/>
          </p:nvPr>
        </p:nvSpPr>
        <p:spPr>
          <a:xfrm>
            <a:off x="6283325" y="1394619"/>
            <a:ext cx="5583238" cy="486648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8109A4F-CF52-ABB2-91FD-CF9C01BF0DA3}"/>
              </a:ext>
            </a:extLst>
          </p:cNvPr>
          <p:cNvSpPr>
            <a:spLocks noGrp="1"/>
          </p:cNvSpPr>
          <p:nvPr>
            <p:ph type="dt" sz="half" idx="10"/>
          </p:nvPr>
        </p:nvSpPr>
        <p:spPr/>
        <p:txBody>
          <a:bodyPr/>
          <a:lstStyle/>
          <a:p>
            <a:fld id="{BD59755E-9370-4157-BE5C-F6AD5AD5C8ED}" type="datetime1">
              <a:rPr lang="en-GB" smtClean="0"/>
              <a:t>18/03/2026</a:t>
            </a:fld>
            <a:endParaRPr lang="en-GB"/>
          </a:p>
        </p:txBody>
      </p:sp>
      <p:sp>
        <p:nvSpPr>
          <p:cNvPr id="6" name="Footer Placeholder 5">
            <a:extLst>
              <a:ext uri="{FF2B5EF4-FFF2-40B4-BE49-F238E27FC236}">
                <a16:creationId xmlns:a16="http://schemas.microsoft.com/office/drawing/2014/main" id="{EC5B9B47-9D04-96FB-8B95-D7BC38470F9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59D9458-0376-0EC1-BA89-A49552E192E8}"/>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10" name="Subtitle 2">
            <a:extLst>
              <a:ext uri="{FF2B5EF4-FFF2-40B4-BE49-F238E27FC236}">
                <a16:creationId xmlns:a16="http://schemas.microsoft.com/office/drawing/2014/main" id="{3E5619CB-8093-9292-D19B-3E145BB563F3}"/>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1180747767"/>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23E2-CB33-A043-EFAE-5E5920ABF28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6D07086-8168-2FFB-8A6A-847C21CE63D9}"/>
              </a:ext>
            </a:extLst>
          </p:cNvPr>
          <p:cNvSpPr>
            <a:spLocks noGrp="1"/>
          </p:cNvSpPr>
          <p:nvPr>
            <p:ph type="dt" sz="half" idx="10"/>
          </p:nvPr>
        </p:nvSpPr>
        <p:spPr/>
        <p:txBody>
          <a:bodyPr/>
          <a:lstStyle/>
          <a:p>
            <a:fld id="{97B16F5B-736F-43A2-A41B-A23D363C1693}" type="datetime1">
              <a:rPr lang="en-GB" smtClean="0"/>
              <a:t>18/03/2026</a:t>
            </a:fld>
            <a:endParaRPr lang="en-GB"/>
          </a:p>
        </p:txBody>
      </p:sp>
      <p:sp>
        <p:nvSpPr>
          <p:cNvPr id="4" name="Footer Placeholder 3">
            <a:extLst>
              <a:ext uri="{FF2B5EF4-FFF2-40B4-BE49-F238E27FC236}">
                <a16:creationId xmlns:a16="http://schemas.microsoft.com/office/drawing/2014/main" id="{32BF319C-1022-A0DE-5680-6E6F7A33ADB0}"/>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2FA01DCF-BF44-5758-3698-48171189DF1F}"/>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2">
            <a:extLst>
              <a:ext uri="{FF2B5EF4-FFF2-40B4-BE49-F238E27FC236}">
                <a16:creationId xmlns:a16="http://schemas.microsoft.com/office/drawing/2014/main" id="{07DDBB1C-FCE2-459F-CD23-42AF9E169BFC}"/>
              </a:ext>
            </a:extLst>
          </p:cNvPr>
          <p:cNvSpPr>
            <a:spLocks noGrp="1"/>
          </p:cNvSpPr>
          <p:nvPr>
            <p:ph idx="1"/>
          </p:nvPr>
        </p:nvSpPr>
        <p:spPr>
          <a:xfrm>
            <a:off x="326232"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8" name="Content Placeholder 2">
            <a:extLst>
              <a:ext uri="{FF2B5EF4-FFF2-40B4-BE49-F238E27FC236}">
                <a16:creationId xmlns:a16="http://schemas.microsoft.com/office/drawing/2014/main" id="{7284B46C-0DDC-167C-514E-EB0FCC3E4BE7}"/>
              </a:ext>
            </a:extLst>
          </p:cNvPr>
          <p:cNvSpPr>
            <a:spLocks noGrp="1"/>
          </p:cNvSpPr>
          <p:nvPr>
            <p:ph idx="14"/>
          </p:nvPr>
        </p:nvSpPr>
        <p:spPr>
          <a:xfrm>
            <a:off x="4296397"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9" name="Content Placeholder 2">
            <a:extLst>
              <a:ext uri="{FF2B5EF4-FFF2-40B4-BE49-F238E27FC236}">
                <a16:creationId xmlns:a16="http://schemas.microsoft.com/office/drawing/2014/main" id="{AC354167-3149-957E-9D9F-B30D04014172}"/>
              </a:ext>
            </a:extLst>
          </p:cNvPr>
          <p:cNvSpPr>
            <a:spLocks noGrp="1"/>
          </p:cNvSpPr>
          <p:nvPr>
            <p:ph idx="15"/>
          </p:nvPr>
        </p:nvSpPr>
        <p:spPr>
          <a:xfrm>
            <a:off x="8266562"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Subtitle 2">
            <a:extLst>
              <a:ext uri="{FF2B5EF4-FFF2-40B4-BE49-F238E27FC236}">
                <a16:creationId xmlns:a16="http://schemas.microsoft.com/office/drawing/2014/main" id="{CBB1273F-0B9B-4FDD-4203-5D0C87B419DE}"/>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3884756086"/>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ntent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23E2-CB33-A043-EFAE-5E5920ABF28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6D07086-8168-2FFB-8A6A-847C21CE63D9}"/>
              </a:ext>
            </a:extLst>
          </p:cNvPr>
          <p:cNvSpPr>
            <a:spLocks noGrp="1"/>
          </p:cNvSpPr>
          <p:nvPr>
            <p:ph type="dt" sz="half" idx="10"/>
          </p:nvPr>
        </p:nvSpPr>
        <p:spPr/>
        <p:txBody>
          <a:bodyPr/>
          <a:lstStyle/>
          <a:p>
            <a:fld id="{B346E877-399E-4733-BDA8-43F214BF43AD}" type="datetime1">
              <a:rPr lang="en-GB" smtClean="0"/>
              <a:t>18/03/2026</a:t>
            </a:fld>
            <a:endParaRPr lang="en-GB"/>
          </a:p>
        </p:txBody>
      </p:sp>
      <p:sp>
        <p:nvSpPr>
          <p:cNvPr id="4" name="Footer Placeholder 3">
            <a:extLst>
              <a:ext uri="{FF2B5EF4-FFF2-40B4-BE49-F238E27FC236}">
                <a16:creationId xmlns:a16="http://schemas.microsoft.com/office/drawing/2014/main" id="{32BF319C-1022-A0DE-5680-6E6F7A33ADB0}"/>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2FA01DCF-BF44-5758-3698-48171189DF1F}"/>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2">
            <a:extLst>
              <a:ext uri="{FF2B5EF4-FFF2-40B4-BE49-F238E27FC236}">
                <a16:creationId xmlns:a16="http://schemas.microsoft.com/office/drawing/2014/main" id="{07DDBB1C-FCE2-459F-CD23-42AF9E169BFC}"/>
              </a:ext>
            </a:extLst>
          </p:cNvPr>
          <p:cNvSpPr>
            <a:spLocks noGrp="1"/>
          </p:cNvSpPr>
          <p:nvPr>
            <p:ph idx="1"/>
          </p:nvPr>
        </p:nvSpPr>
        <p:spPr>
          <a:xfrm>
            <a:off x="326232"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8" name="Content Placeholder 2">
            <a:extLst>
              <a:ext uri="{FF2B5EF4-FFF2-40B4-BE49-F238E27FC236}">
                <a16:creationId xmlns:a16="http://schemas.microsoft.com/office/drawing/2014/main" id="{7284B46C-0DDC-167C-514E-EB0FCC3E4BE7}"/>
              </a:ext>
            </a:extLst>
          </p:cNvPr>
          <p:cNvSpPr>
            <a:spLocks noGrp="1"/>
          </p:cNvSpPr>
          <p:nvPr>
            <p:ph idx="14"/>
          </p:nvPr>
        </p:nvSpPr>
        <p:spPr>
          <a:xfrm>
            <a:off x="4296397"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9" name="Content Placeholder 2">
            <a:extLst>
              <a:ext uri="{FF2B5EF4-FFF2-40B4-BE49-F238E27FC236}">
                <a16:creationId xmlns:a16="http://schemas.microsoft.com/office/drawing/2014/main" id="{AC354167-3149-957E-9D9F-B30D04014172}"/>
              </a:ext>
            </a:extLst>
          </p:cNvPr>
          <p:cNvSpPr>
            <a:spLocks noGrp="1"/>
          </p:cNvSpPr>
          <p:nvPr>
            <p:ph idx="15"/>
          </p:nvPr>
        </p:nvSpPr>
        <p:spPr>
          <a:xfrm>
            <a:off x="8266562"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Subtitle 2">
            <a:extLst>
              <a:ext uri="{FF2B5EF4-FFF2-40B4-BE49-F238E27FC236}">
                <a16:creationId xmlns:a16="http://schemas.microsoft.com/office/drawing/2014/main" id="{CBB1273F-0B9B-4FDD-4203-5D0C87B419DE}"/>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268663662"/>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 Khaki">
    <p:bg>
      <p:bgPr>
        <a:solidFill>
          <a:srgbClr val="FBF7D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23E2-CB33-A043-EFAE-5E5920ABF28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6D07086-8168-2FFB-8A6A-847C21CE63D9}"/>
              </a:ext>
            </a:extLst>
          </p:cNvPr>
          <p:cNvSpPr>
            <a:spLocks noGrp="1"/>
          </p:cNvSpPr>
          <p:nvPr>
            <p:ph type="dt" sz="half" idx="10"/>
          </p:nvPr>
        </p:nvSpPr>
        <p:spPr/>
        <p:txBody>
          <a:bodyPr/>
          <a:lstStyle/>
          <a:p>
            <a:fld id="{89C7DFA1-6761-408C-89CC-0A0A6084B03D}" type="datetime1">
              <a:rPr lang="en-GB" smtClean="0"/>
              <a:t>18/03/2026</a:t>
            </a:fld>
            <a:endParaRPr lang="en-GB"/>
          </a:p>
        </p:txBody>
      </p:sp>
      <p:sp>
        <p:nvSpPr>
          <p:cNvPr id="4" name="Footer Placeholder 3">
            <a:extLst>
              <a:ext uri="{FF2B5EF4-FFF2-40B4-BE49-F238E27FC236}">
                <a16:creationId xmlns:a16="http://schemas.microsoft.com/office/drawing/2014/main" id="{32BF319C-1022-A0DE-5680-6E6F7A33ADB0}"/>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2FA01DCF-BF44-5758-3698-48171189DF1F}"/>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2">
            <a:extLst>
              <a:ext uri="{FF2B5EF4-FFF2-40B4-BE49-F238E27FC236}">
                <a16:creationId xmlns:a16="http://schemas.microsoft.com/office/drawing/2014/main" id="{07DDBB1C-FCE2-459F-CD23-42AF9E169BFC}"/>
              </a:ext>
            </a:extLst>
          </p:cNvPr>
          <p:cNvSpPr>
            <a:spLocks noGrp="1"/>
          </p:cNvSpPr>
          <p:nvPr>
            <p:ph idx="1"/>
          </p:nvPr>
        </p:nvSpPr>
        <p:spPr>
          <a:xfrm>
            <a:off x="326232"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8" name="Content Placeholder 2">
            <a:extLst>
              <a:ext uri="{FF2B5EF4-FFF2-40B4-BE49-F238E27FC236}">
                <a16:creationId xmlns:a16="http://schemas.microsoft.com/office/drawing/2014/main" id="{7284B46C-0DDC-167C-514E-EB0FCC3E4BE7}"/>
              </a:ext>
            </a:extLst>
          </p:cNvPr>
          <p:cNvSpPr>
            <a:spLocks noGrp="1"/>
          </p:cNvSpPr>
          <p:nvPr>
            <p:ph idx="14"/>
          </p:nvPr>
        </p:nvSpPr>
        <p:spPr>
          <a:xfrm>
            <a:off x="4296397"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9" name="Content Placeholder 2">
            <a:extLst>
              <a:ext uri="{FF2B5EF4-FFF2-40B4-BE49-F238E27FC236}">
                <a16:creationId xmlns:a16="http://schemas.microsoft.com/office/drawing/2014/main" id="{AC354167-3149-957E-9D9F-B30D04014172}"/>
              </a:ext>
            </a:extLst>
          </p:cNvPr>
          <p:cNvSpPr>
            <a:spLocks noGrp="1"/>
          </p:cNvSpPr>
          <p:nvPr>
            <p:ph idx="15"/>
          </p:nvPr>
        </p:nvSpPr>
        <p:spPr>
          <a:xfrm>
            <a:off x="8266562"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Subtitle 2">
            <a:extLst>
              <a:ext uri="{FF2B5EF4-FFF2-40B4-BE49-F238E27FC236}">
                <a16:creationId xmlns:a16="http://schemas.microsoft.com/office/drawing/2014/main" id="{CBB1273F-0B9B-4FDD-4203-5D0C87B419DE}"/>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2536248034"/>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Images and Cap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23E2-CB33-A043-EFAE-5E5920ABF286}"/>
              </a:ext>
            </a:extLst>
          </p:cNvPr>
          <p:cNvSpPr>
            <a:spLocks noGrp="1"/>
          </p:cNvSpPr>
          <p:nvPr>
            <p:ph type="title"/>
          </p:nvPr>
        </p:nvSpPr>
        <p:spPr/>
        <p:txBody>
          <a:body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26D07086-8168-2FFB-8A6A-847C21CE63D9}"/>
              </a:ext>
            </a:extLst>
          </p:cNvPr>
          <p:cNvSpPr>
            <a:spLocks noGrp="1"/>
          </p:cNvSpPr>
          <p:nvPr>
            <p:ph type="dt" sz="half" idx="10"/>
          </p:nvPr>
        </p:nvSpPr>
        <p:spPr/>
        <p:txBody>
          <a:bodyPr/>
          <a:lstStyle/>
          <a:p>
            <a:fld id="{4E753301-EA48-4374-8D41-4C0498913A9B}" type="datetime1">
              <a:rPr lang="en-GB" smtClean="0"/>
              <a:t>18/03/2026</a:t>
            </a:fld>
            <a:endParaRPr lang="en-GB"/>
          </a:p>
        </p:txBody>
      </p:sp>
      <p:sp>
        <p:nvSpPr>
          <p:cNvPr id="4" name="Footer Placeholder 3">
            <a:extLst>
              <a:ext uri="{FF2B5EF4-FFF2-40B4-BE49-F238E27FC236}">
                <a16:creationId xmlns:a16="http://schemas.microsoft.com/office/drawing/2014/main" id="{32BF319C-1022-A0DE-5680-6E6F7A33ADB0}"/>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2FA01DCF-BF44-5758-3698-48171189DF1F}"/>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2">
            <a:extLst>
              <a:ext uri="{FF2B5EF4-FFF2-40B4-BE49-F238E27FC236}">
                <a16:creationId xmlns:a16="http://schemas.microsoft.com/office/drawing/2014/main" id="{07DDBB1C-FCE2-459F-CD23-42AF9E169BFC}"/>
              </a:ext>
            </a:extLst>
          </p:cNvPr>
          <p:cNvSpPr>
            <a:spLocks noGrp="1"/>
          </p:cNvSpPr>
          <p:nvPr>
            <p:ph idx="1"/>
          </p:nvPr>
        </p:nvSpPr>
        <p:spPr>
          <a:xfrm>
            <a:off x="318493" y="3429000"/>
            <a:ext cx="3600000" cy="2832100"/>
          </a:xfrm>
        </p:spPr>
        <p:txBody>
          <a:bodyPr/>
          <a:lstStyle>
            <a:lvl1pPr rtl="0">
              <a:defRPr sz="1800"/>
            </a:lvl1pPr>
            <a:lvl2pPr rtl="0">
              <a:defRPr sz="1800"/>
            </a:lvl2pPr>
            <a:lvl3pPr rtl="0">
              <a:defRPr sz="1800"/>
            </a:lvl3pPr>
            <a:lvl4pPr rtl="0">
              <a:defRPr sz="1800"/>
            </a:lvl4pPr>
            <a:lvl5pPr rtl="0">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8" name="Content Placeholder 2">
            <a:extLst>
              <a:ext uri="{FF2B5EF4-FFF2-40B4-BE49-F238E27FC236}">
                <a16:creationId xmlns:a16="http://schemas.microsoft.com/office/drawing/2014/main" id="{7284B46C-0DDC-167C-514E-EB0FCC3E4BE7}"/>
              </a:ext>
            </a:extLst>
          </p:cNvPr>
          <p:cNvSpPr>
            <a:spLocks noGrp="1"/>
          </p:cNvSpPr>
          <p:nvPr>
            <p:ph idx="14"/>
          </p:nvPr>
        </p:nvSpPr>
        <p:spPr>
          <a:xfrm>
            <a:off x="4276876" y="3429000"/>
            <a:ext cx="3600000" cy="2832100"/>
          </a:xfrm>
        </p:spPr>
        <p:txBody>
          <a:bodyPr/>
          <a:lstStyle>
            <a:lvl1pPr rtl="0">
              <a:defRPr sz="1800"/>
            </a:lvl1pPr>
            <a:lvl2pPr rtl="0">
              <a:defRPr sz="1800"/>
            </a:lvl2pPr>
            <a:lvl3pPr rtl="0">
              <a:defRPr sz="1800"/>
            </a:lvl3pPr>
            <a:lvl4pPr rtl="0">
              <a:defRPr sz="1800"/>
            </a:lvl4pPr>
            <a:lvl5pPr rtl="0">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Content Placeholder 2">
            <a:extLst>
              <a:ext uri="{FF2B5EF4-FFF2-40B4-BE49-F238E27FC236}">
                <a16:creationId xmlns:a16="http://schemas.microsoft.com/office/drawing/2014/main" id="{AC354167-3149-957E-9D9F-B30D04014172}"/>
              </a:ext>
            </a:extLst>
          </p:cNvPr>
          <p:cNvSpPr>
            <a:spLocks noGrp="1"/>
          </p:cNvSpPr>
          <p:nvPr>
            <p:ph idx="15"/>
          </p:nvPr>
        </p:nvSpPr>
        <p:spPr>
          <a:xfrm>
            <a:off x="8235258" y="3429000"/>
            <a:ext cx="3600000" cy="2832100"/>
          </a:xfrm>
        </p:spPr>
        <p:txBody>
          <a:bodyPr/>
          <a:lstStyle>
            <a:lvl1pPr rtl="0">
              <a:defRPr sz="1800"/>
            </a:lvl1pPr>
            <a:lvl2pPr rtl="0">
              <a:defRPr sz="1800"/>
            </a:lvl2pPr>
            <a:lvl3pPr rtl="0">
              <a:defRPr sz="1800"/>
            </a:lvl3pPr>
            <a:lvl4pPr rtl="0">
              <a:defRPr sz="1800"/>
            </a:lvl4pPr>
            <a:lvl5pPr rtl="0">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Picture Placeholder 10">
            <a:extLst>
              <a:ext uri="{FF2B5EF4-FFF2-40B4-BE49-F238E27FC236}">
                <a16:creationId xmlns:a16="http://schemas.microsoft.com/office/drawing/2014/main" id="{047AD979-9E36-27D3-D861-472A37C9BD30}"/>
              </a:ext>
            </a:extLst>
          </p:cNvPr>
          <p:cNvSpPr>
            <a:spLocks noGrp="1"/>
          </p:cNvSpPr>
          <p:nvPr>
            <p:ph type="pic" sz="quarter" idx="16"/>
          </p:nvPr>
        </p:nvSpPr>
        <p:spPr>
          <a:xfrm>
            <a:off x="318490" y="1394619"/>
            <a:ext cx="3600000" cy="1836000"/>
          </a:xfrm>
          <a:solidFill>
            <a:schemeClr val="bg1">
              <a:lumMod val="85000"/>
            </a:schemeClr>
          </a:solidFill>
        </p:spPr>
        <p:txBody>
          <a:bodyPr/>
          <a:lstStyle/>
          <a:p>
            <a:r>
              <a:rPr lang="en-GB"/>
              <a:t>Click icon to add picture</a:t>
            </a:r>
            <a:endParaRPr lang="en-US"/>
          </a:p>
        </p:txBody>
      </p:sp>
      <p:sp>
        <p:nvSpPr>
          <p:cNvPr id="12" name="Picture Placeholder 10">
            <a:extLst>
              <a:ext uri="{FF2B5EF4-FFF2-40B4-BE49-F238E27FC236}">
                <a16:creationId xmlns:a16="http://schemas.microsoft.com/office/drawing/2014/main" id="{BA925AEF-9705-43FC-B311-1B9A5C872480}"/>
              </a:ext>
            </a:extLst>
          </p:cNvPr>
          <p:cNvSpPr>
            <a:spLocks noGrp="1"/>
          </p:cNvSpPr>
          <p:nvPr>
            <p:ph type="pic" sz="quarter" idx="17"/>
          </p:nvPr>
        </p:nvSpPr>
        <p:spPr>
          <a:xfrm>
            <a:off x="4276876" y="1394619"/>
            <a:ext cx="3600000" cy="1836000"/>
          </a:xfrm>
          <a:solidFill>
            <a:schemeClr val="bg1">
              <a:lumMod val="85000"/>
            </a:schemeClr>
          </a:solidFill>
        </p:spPr>
        <p:txBody>
          <a:bodyPr/>
          <a:lstStyle/>
          <a:p>
            <a:r>
              <a:rPr lang="en-GB"/>
              <a:t>Click icon to add picture</a:t>
            </a:r>
            <a:endParaRPr lang="en-US"/>
          </a:p>
        </p:txBody>
      </p:sp>
      <p:sp>
        <p:nvSpPr>
          <p:cNvPr id="13" name="Picture Placeholder 10">
            <a:extLst>
              <a:ext uri="{FF2B5EF4-FFF2-40B4-BE49-F238E27FC236}">
                <a16:creationId xmlns:a16="http://schemas.microsoft.com/office/drawing/2014/main" id="{71EBAC93-1C14-C84A-FF75-AC90D6C8A890}"/>
              </a:ext>
            </a:extLst>
          </p:cNvPr>
          <p:cNvSpPr>
            <a:spLocks noGrp="1"/>
          </p:cNvSpPr>
          <p:nvPr>
            <p:ph type="pic" sz="quarter" idx="18"/>
          </p:nvPr>
        </p:nvSpPr>
        <p:spPr>
          <a:xfrm>
            <a:off x="8235261" y="1394619"/>
            <a:ext cx="3600000" cy="1836000"/>
          </a:xfrm>
          <a:solidFill>
            <a:schemeClr val="bg1">
              <a:lumMod val="85000"/>
            </a:schemeClr>
          </a:solidFill>
        </p:spPr>
        <p:txBody>
          <a:bodyPr/>
          <a:lstStyle/>
          <a:p>
            <a:r>
              <a:rPr lang="en-GB"/>
              <a:t>Click icon to add picture</a:t>
            </a:r>
            <a:endParaRPr lang="en-US"/>
          </a:p>
        </p:txBody>
      </p:sp>
      <p:sp>
        <p:nvSpPr>
          <p:cNvPr id="10" name="Subtitle 2">
            <a:extLst>
              <a:ext uri="{FF2B5EF4-FFF2-40B4-BE49-F238E27FC236}">
                <a16:creationId xmlns:a16="http://schemas.microsoft.com/office/drawing/2014/main" id="{A6EB687B-5D2E-6018-5C19-6211E4ADBA8B}"/>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1037066738"/>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ree Images and Captions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23E2-CB33-A043-EFAE-5E5920ABF286}"/>
              </a:ext>
            </a:extLst>
          </p:cNvPr>
          <p:cNvSpPr>
            <a:spLocks noGrp="1"/>
          </p:cNvSpPr>
          <p:nvPr>
            <p:ph type="title"/>
          </p:nvPr>
        </p:nvSpPr>
        <p:spPr/>
        <p:txBody>
          <a:body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26D07086-8168-2FFB-8A6A-847C21CE63D9}"/>
              </a:ext>
            </a:extLst>
          </p:cNvPr>
          <p:cNvSpPr>
            <a:spLocks noGrp="1"/>
          </p:cNvSpPr>
          <p:nvPr>
            <p:ph type="dt" sz="half" idx="10"/>
          </p:nvPr>
        </p:nvSpPr>
        <p:spPr/>
        <p:txBody>
          <a:bodyPr/>
          <a:lstStyle/>
          <a:p>
            <a:fld id="{983EEB25-8B2E-493B-A907-2E8EBD5388E8}" type="datetime1">
              <a:rPr lang="en-GB" smtClean="0"/>
              <a:t>18/03/2026</a:t>
            </a:fld>
            <a:endParaRPr lang="en-GB"/>
          </a:p>
        </p:txBody>
      </p:sp>
      <p:sp>
        <p:nvSpPr>
          <p:cNvPr id="4" name="Footer Placeholder 3">
            <a:extLst>
              <a:ext uri="{FF2B5EF4-FFF2-40B4-BE49-F238E27FC236}">
                <a16:creationId xmlns:a16="http://schemas.microsoft.com/office/drawing/2014/main" id="{32BF319C-1022-A0DE-5680-6E6F7A33ADB0}"/>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2FA01DCF-BF44-5758-3698-48171189DF1F}"/>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2">
            <a:extLst>
              <a:ext uri="{FF2B5EF4-FFF2-40B4-BE49-F238E27FC236}">
                <a16:creationId xmlns:a16="http://schemas.microsoft.com/office/drawing/2014/main" id="{07DDBB1C-FCE2-459F-CD23-42AF9E169BFC}"/>
              </a:ext>
            </a:extLst>
          </p:cNvPr>
          <p:cNvSpPr>
            <a:spLocks noGrp="1"/>
          </p:cNvSpPr>
          <p:nvPr>
            <p:ph idx="1"/>
          </p:nvPr>
        </p:nvSpPr>
        <p:spPr>
          <a:xfrm>
            <a:off x="318493" y="3429000"/>
            <a:ext cx="3600000" cy="2832100"/>
          </a:xfrm>
        </p:spPr>
        <p:txBody>
          <a:bodyPr/>
          <a:lstStyle>
            <a:lvl1pPr rtl="0">
              <a:defRPr sz="1800"/>
            </a:lvl1pPr>
            <a:lvl2pPr rtl="0">
              <a:defRPr sz="1800"/>
            </a:lvl2pPr>
            <a:lvl3pPr rtl="0">
              <a:defRPr sz="1800"/>
            </a:lvl3pPr>
            <a:lvl4pPr rtl="0">
              <a:defRPr sz="1800"/>
            </a:lvl4pPr>
            <a:lvl5pPr rtl="0">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8" name="Content Placeholder 2">
            <a:extLst>
              <a:ext uri="{FF2B5EF4-FFF2-40B4-BE49-F238E27FC236}">
                <a16:creationId xmlns:a16="http://schemas.microsoft.com/office/drawing/2014/main" id="{7284B46C-0DDC-167C-514E-EB0FCC3E4BE7}"/>
              </a:ext>
            </a:extLst>
          </p:cNvPr>
          <p:cNvSpPr>
            <a:spLocks noGrp="1"/>
          </p:cNvSpPr>
          <p:nvPr>
            <p:ph idx="14"/>
          </p:nvPr>
        </p:nvSpPr>
        <p:spPr>
          <a:xfrm>
            <a:off x="4276876" y="3429000"/>
            <a:ext cx="3600000" cy="2832100"/>
          </a:xfrm>
        </p:spPr>
        <p:txBody>
          <a:bodyPr/>
          <a:lstStyle>
            <a:lvl1pPr rtl="0">
              <a:defRPr sz="1800"/>
            </a:lvl1pPr>
            <a:lvl2pPr rtl="0">
              <a:defRPr sz="1800"/>
            </a:lvl2pPr>
            <a:lvl3pPr rtl="0">
              <a:defRPr sz="1800"/>
            </a:lvl3pPr>
            <a:lvl4pPr rtl="0">
              <a:defRPr sz="1800"/>
            </a:lvl4pPr>
            <a:lvl5pPr rtl="0">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Content Placeholder 2">
            <a:extLst>
              <a:ext uri="{FF2B5EF4-FFF2-40B4-BE49-F238E27FC236}">
                <a16:creationId xmlns:a16="http://schemas.microsoft.com/office/drawing/2014/main" id="{AC354167-3149-957E-9D9F-B30D04014172}"/>
              </a:ext>
            </a:extLst>
          </p:cNvPr>
          <p:cNvSpPr>
            <a:spLocks noGrp="1"/>
          </p:cNvSpPr>
          <p:nvPr>
            <p:ph idx="15"/>
          </p:nvPr>
        </p:nvSpPr>
        <p:spPr>
          <a:xfrm>
            <a:off x="8235258" y="3429000"/>
            <a:ext cx="3600000" cy="2832100"/>
          </a:xfrm>
        </p:spPr>
        <p:txBody>
          <a:bodyPr/>
          <a:lstStyle>
            <a:lvl1pPr rtl="0">
              <a:defRPr sz="1800"/>
            </a:lvl1pPr>
            <a:lvl2pPr rtl="0">
              <a:defRPr sz="1800"/>
            </a:lvl2pPr>
            <a:lvl3pPr rtl="0">
              <a:defRPr sz="1800"/>
            </a:lvl3pPr>
            <a:lvl4pPr rtl="0">
              <a:defRPr sz="1800"/>
            </a:lvl4pPr>
            <a:lvl5pPr rtl="0">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Picture Placeholder 10">
            <a:extLst>
              <a:ext uri="{FF2B5EF4-FFF2-40B4-BE49-F238E27FC236}">
                <a16:creationId xmlns:a16="http://schemas.microsoft.com/office/drawing/2014/main" id="{047AD979-9E36-27D3-D861-472A37C9BD30}"/>
              </a:ext>
            </a:extLst>
          </p:cNvPr>
          <p:cNvSpPr>
            <a:spLocks noGrp="1"/>
          </p:cNvSpPr>
          <p:nvPr>
            <p:ph type="pic" sz="quarter" idx="16"/>
          </p:nvPr>
        </p:nvSpPr>
        <p:spPr>
          <a:xfrm>
            <a:off x="318490" y="1394619"/>
            <a:ext cx="3600000" cy="1836000"/>
          </a:xfrm>
          <a:solidFill>
            <a:schemeClr val="bg1">
              <a:lumMod val="85000"/>
            </a:schemeClr>
          </a:solidFill>
        </p:spPr>
        <p:txBody>
          <a:bodyPr/>
          <a:lstStyle/>
          <a:p>
            <a:r>
              <a:rPr lang="en-GB"/>
              <a:t>Click icon to add picture</a:t>
            </a:r>
            <a:endParaRPr lang="en-US"/>
          </a:p>
        </p:txBody>
      </p:sp>
      <p:sp>
        <p:nvSpPr>
          <p:cNvPr id="12" name="Picture Placeholder 10">
            <a:extLst>
              <a:ext uri="{FF2B5EF4-FFF2-40B4-BE49-F238E27FC236}">
                <a16:creationId xmlns:a16="http://schemas.microsoft.com/office/drawing/2014/main" id="{BA925AEF-9705-43FC-B311-1B9A5C872480}"/>
              </a:ext>
            </a:extLst>
          </p:cNvPr>
          <p:cNvSpPr>
            <a:spLocks noGrp="1"/>
          </p:cNvSpPr>
          <p:nvPr>
            <p:ph type="pic" sz="quarter" idx="17"/>
          </p:nvPr>
        </p:nvSpPr>
        <p:spPr>
          <a:xfrm>
            <a:off x="4276876" y="1394619"/>
            <a:ext cx="3600000" cy="1836000"/>
          </a:xfrm>
          <a:solidFill>
            <a:schemeClr val="bg1">
              <a:lumMod val="85000"/>
            </a:schemeClr>
          </a:solidFill>
        </p:spPr>
        <p:txBody>
          <a:bodyPr/>
          <a:lstStyle/>
          <a:p>
            <a:r>
              <a:rPr lang="en-GB"/>
              <a:t>Click icon to add picture</a:t>
            </a:r>
            <a:endParaRPr lang="en-US"/>
          </a:p>
        </p:txBody>
      </p:sp>
      <p:sp>
        <p:nvSpPr>
          <p:cNvPr id="13" name="Picture Placeholder 10">
            <a:extLst>
              <a:ext uri="{FF2B5EF4-FFF2-40B4-BE49-F238E27FC236}">
                <a16:creationId xmlns:a16="http://schemas.microsoft.com/office/drawing/2014/main" id="{71EBAC93-1C14-C84A-FF75-AC90D6C8A890}"/>
              </a:ext>
            </a:extLst>
          </p:cNvPr>
          <p:cNvSpPr>
            <a:spLocks noGrp="1"/>
          </p:cNvSpPr>
          <p:nvPr>
            <p:ph type="pic" sz="quarter" idx="18"/>
          </p:nvPr>
        </p:nvSpPr>
        <p:spPr>
          <a:xfrm>
            <a:off x="8235261" y="1394619"/>
            <a:ext cx="3600000" cy="1836000"/>
          </a:xfrm>
          <a:solidFill>
            <a:schemeClr val="bg1">
              <a:lumMod val="85000"/>
            </a:schemeClr>
          </a:solidFill>
        </p:spPr>
        <p:txBody>
          <a:bodyPr/>
          <a:lstStyle/>
          <a:p>
            <a:r>
              <a:rPr lang="en-GB"/>
              <a:t>Click icon to add picture</a:t>
            </a:r>
            <a:endParaRPr lang="en-US"/>
          </a:p>
        </p:txBody>
      </p:sp>
      <p:sp>
        <p:nvSpPr>
          <p:cNvPr id="10" name="Subtitle 2">
            <a:extLst>
              <a:ext uri="{FF2B5EF4-FFF2-40B4-BE49-F238E27FC236}">
                <a16:creationId xmlns:a16="http://schemas.microsoft.com/office/drawing/2014/main" id="{A6EB687B-5D2E-6018-5C19-6211E4ADBA8B}"/>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1160980370"/>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Images and Captions Khaki">
    <p:bg>
      <p:bgPr>
        <a:solidFill>
          <a:srgbClr val="FBF7D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23E2-CB33-A043-EFAE-5E5920ABF286}"/>
              </a:ext>
            </a:extLst>
          </p:cNvPr>
          <p:cNvSpPr>
            <a:spLocks noGrp="1"/>
          </p:cNvSpPr>
          <p:nvPr>
            <p:ph type="title"/>
          </p:nvPr>
        </p:nvSpPr>
        <p:spPr/>
        <p:txBody>
          <a:body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26D07086-8168-2FFB-8A6A-847C21CE63D9}"/>
              </a:ext>
            </a:extLst>
          </p:cNvPr>
          <p:cNvSpPr>
            <a:spLocks noGrp="1"/>
          </p:cNvSpPr>
          <p:nvPr>
            <p:ph type="dt" sz="half" idx="10"/>
          </p:nvPr>
        </p:nvSpPr>
        <p:spPr/>
        <p:txBody>
          <a:bodyPr/>
          <a:lstStyle/>
          <a:p>
            <a:fld id="{F43B7F56-03EA-40D3-B3FA-9213BB762D03}" type="datetime1">
              <a:rPr lang="en-GB" smtClean="0"/>
              <a:t>18/03/2026</a:t>
            </a:fld>
            <a:endParaRPr lang="en-GB"/>
          </a:p>
        </p:txBody>
      </p:sp>
      <p:sp>
        <p:nvSpPr>
          <p:cNvPr id="4" name="Footer Placeholder 3">
            <a:extLst>
              <a:ext uri="{FF2B5EF4-FFF2-40B4-BE49-F238E27FC236}">
                <a16:creationId xmlns:a16="http://schemas.microsoft.com/office/drawing/2014/main" id="{32BF319C-1022-A0DE-5680-6E6F7A33ADB0}"/>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2FA01DCF-BF44-5758-3698-48171189DF1F}"/>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2">
            <a:extLst>
              <a:ext uri="{FF2B5EF4-FFF2-40B4-BE49-F238E27FC236}">
                <a16:creationId xmlns:a16="http://schemas.microsoft.com/office/drawing/2014/main" id="{07DDBB1C-FCE2-459F-CD23-42AF9E169BFC}"/>
              </a:ext>
            </a:extLst>
          </p:cNvPr>
          <p:cNvSpPr>
            <a:spLocks noGrp="1"/>
          </p:cNvSpPr>
          <p:nvPr>
            <p:ph idx="1"/>
          </p:nvPr>
        </p:nvSpPr>
        <p:spPr>
          <a:xfrm>
            <a:off x="318493" y="3429000"/>
            <a:ext cx="3600000" cy="2832100"/>
          </a:xfrm>
        </p:spPr>
        <p:txBody>
          <a:bodyPr/>
          <a:lstStyle>
            <a:lvl1pPr rtl="0">
              <a:defRPr sz="1800"/>
            </a:lvl1pPr>
            <a:lvl2pPr rtl="0">
              <a:defRPr sz="1800"/>
            </a:lvl2pPr>
            <a:lvl3pPr rtl="0">
              <a:defRPr sz="1800"/>
            </a:lvl3pPr>
            <a:lvl4pPr rtl="0">
              <a:defRPr sz="1800"/>
            </a:lvl4pPr>
            <a:lvl5pPr rtl="0">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8" name="Content Placeholder 2">
            <a:extLst>
              <a:ext uri="{FF2B5EF4-FFF2-40B4-BE49-F238E27FC236}">
                <a16:creationId xmlns:a16="http://schemas.microsoft.com/office/drawing/2014/main" id="{7284B46C-0DDC-167C-514E-EB0FCC3E4BE7}"/>
              </a:ext>
            </a:extLst>
          </p:cNvPr>
          <p:cNvSpPr>
            <a:spLocks noGrp="1"/>
          </p:cNvSpPr>
          <p:nvPr>
            <p:ph idx="14"/>
          </p:nvPr>
        </p:nvSpPr>
        <p:spPr>
          <a:xfrm>
            <a:off x="4276876" y="3429000"/>
            <a:ext cx="3600000" cy="2832100"/>
          </a:xfrm>
        </p:spPr>
        <p:txBody>
          <a:bodyPr/>
          <a:lstStyle>
            <a:lvl1pPr rtl="0">
              <a:defRPr sz="1800"/>
            </a:lvl1pPr>
            <a:lvl2pPr rtl="0">
              <a:defRPr sz="1800"/>
            </a:lvl2pPr>
            <a:lvl3pPr rtl="0">
              <a:defRPr sz="1800"/>
            </a:lvl3pPr>
            <a:lvl4pPr rtl="0">
              <a:defRPr sz="1800"/>
            </a:lvl4pPr>
            <a:lvl5pPr rtl="0">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Content Placeholder 2">
            <a:extLst>
              <a:ext uri="{FF2B5EF4-FFF2-40B4-BE49-F238E27FC236}">
                <a16:creationId xmlns:a16="http://schemas.microsoft.com/office/drawing/2014/main" id="{AC354167-3149-957E-9D9F-B30D04014172}"/>
              </a:ext>
            </a:extLst>
          </p:cNvPr>
          <p:cNvSpPr>
            <a:spLocks noGrp="1"/>
          </p:cNvSpPr>
          <p:nvPr>
            <p:ph idx="15"/>
          </p:nvPr>
        </p:nvSpPr>
        <p:spPr>
          <a:xfrm>
            <a:off x="8235258" y="3429000"/>
            <a:ext cx="3600000" cy="2832100"/>
          </a:xfrm>
        </p:spPr>
        <p:txBody>
          <a:bodyPr/>
          <a:lstStyle>
            <a:lvl1pPr rtl="0">
              <a:defRPr sz="1800"/>
            </a:lvl1pPr>
            <a:lvl2pPr rtl="0">
              <a:defRPr sz="1800"/>
            </a:lvl2pPr>
            <a:lvl3pPr rtl="0">
              <a:defRPr sz="1800"/>
            </a:lvl3pPr>
            <a:lvl4pPr rtl="0">
              <a:defRPr sz="1800"/>
            </a:lvl4pPr>
            <a:lvl5pPr rtl="0">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Picture Placeholder 10">
            <a:extLst>
              <a:ext uri="{FF2B5EF4-FFF2-40B4-BE49-F238E27FC236}">
                <a16:creationId xmlns:a16="http://schemas.microsoft.com/office/drawing/2014/main" id="{047AD979-9E36-27D3-D861-472A37C9BD30}"/>
              </a:ext>
            </a:extLst>
          </p:cNvPr>
          <p:cNvSpPr>
            <a:spLocks noGrp="1"/>
          </p:cNvSpPr>
          <p:nvPr>
            <p:ph type="pic" sz="quarter" idx="16"/>
          </p:nvPr>
        </p:nvSpPr>
        <p:spPr>
          <a:xfrm>
            <a:off x="318490" y="1394619"/>
            <a:ext cx="3600000" cy="1836000"/>
          </a:xfrm>
          <a:solidFill>
            <a:schemeClr val="bg1">
              <a:lumMod val="85000"/>
            </a:schemeClr>
          </a:solidFill>
        </p:spPr>
        <p:txBody>
          <a:bodyPr/>
          <a:lstStyle/>
          <a:p>
            <a:r>
              <a:rPr lang="en-GB"/>
              <a:t>Click icon to add picture</a:t>
            </a:r>
            <a:endParaRPr lang="en-US"/>
          </a:p>
        </p:txBody>
      </p:sp>
      <p:sp>
        <p:nvSpPr>
          <p:cNvPr id="12" name="Picture Placeholder 10">
            <a:extLst>
              <a:ext uri="{FF2B5EF4-FFF2-40B4-BE49-F238E27FC236}">
                <a16:creationId xmlns:a16="http://schemas.microsoft.com/office/drawing/2014/main" id="{BA925AEF-9705-43FC-B311-1B9A5C872480}"/>
              </a:ext>
            </a:extLst>
          </p:cNvPr>
          <p:cNvSpPr>
            <a:spLocks noGrp="1"/>
          </p:cNvSpPr>
          <p:nvPr>
            <p:ph type="pic" sz="quarter" idx="17"/>
          </p:nvPr>
        </p:nvSpPr>
        <p:spPr>
          <a:xfrm>
            <a:off x="4276876" y="1394619"/>
            <a:ext cx="3600000" cy="1836000"/>
          </a:xfrm>
          <a:solidFill>
            <a:schemeClr val="bg1">
              <a:lumMod val="85000"/>
            </a:schemeClr>
          </a:solidFill>
        </p:spPr>
        <p:txBody>
          <a:bodyPr/>
          <a:lstStyle/>
          <a:p>
            <a:r>
              <a:rPr lang="en-GB"/>
              <a:t>Click icon to add picture</a:t>
            </a:r>
            <a:endParaRPr lang="en-US"/>
          </a:p>
        </p:txBody>
      </p:sp>
      <p:sp>
        <p:nvSpPr>
          <p:cNvPr id="13" name="Picture Placeholder 10">
            <a:extLst>
              <a:ext uri="{FF2B5EF4-FFF2-40B4-BE49-F238E27FC236}">
                <a16:creationId xmlns:a16="http://schemas.microsoft.com/office/drawing/2014/main" id="{71EBAC93-1C14-C84A-FF75-AC90D6C8A890}"/>
              </a:ext>
            </a:extLst>
          </p:cNvPr>
          <p:cNvSpPr>
            <a:spLocks noGrp="1"/>
          </p:cNvSpPr>
          <p:nvPr>
            <p:ph type="pic" sz="quarter" idx="18"/>
          </p:nvPr>
        </p:nvSpPr>
        <p:spPr>
          <a:xfrm>
            <a:off x="8235261" y="1394619"/>
            <a:ext cx="3600000" cy="1836000"/>
          </a:xfrm>
          <a:solidFill>
            <a:schemeClr val="bg1">
              <a:lumMod val="85000"/>
            </a:schemeClr>
          </a:solidFill>
        </p:spPr>
        <p:txBody>
          <a:bodyPr/>
          <a:lstStyle/>
          <a:p>
            <a:r>
              <a:rPr lang="en-GB"/>
              <a:t>Click icon to add picture</a:t>
            </a:r>
            <a:endParaRPr lang="en-US"/>
          </a:p>
        </p:txBody>
      </p:sp>
      <p:sp>
        <p:nvSpPr>
          <p:cNvPr id="10" name="Subtitle 2">
            <a:extLst>
              <a:ext uri="{FF2B5EF4-FFF2-40B4-BE49-F238E27FC236}">
                <a16:creationId xmlns:a16="http://schemas.microsoft.com/office/drawing/2014/main" id="{A6EB687B-5D2E-6018-5C19-6211E4ADBA8B}"/>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2814231540"/>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F41CF-A3E3-C272-C94C-947AC89C85B4}"/>
              </a:ext>
            </a:extLst>
          </p:cNvPr>
          <p:cNvSpPr>
            <a:spLocks noGrp="1"/>
          </p:cNvSpPr>
          <p:nvPr>
            <p:ph type="title"/>
          </p:nvPr>
        </p:nvSpPr>
        <p:spPr>
          <a:xfrm>
            <a:off x="318492" y="327819"/>
            <a:ext cx="9984000" cy="5933281"/>
          </a:xfrm>
        </p:spPr>
        <p:txBody>
          <a:bodyPr/>
          <a:lstStyle>
            <a:lvl1pPr>
              <a:defRPr sz="4800"/>
            </a:lvl1p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05080FA7-D3DB-DCE0-62D3-E92CDF5E1BD8}"/>
              </a:ext>
            </a:extLst>
          </p:cNvPr>
          <p:cNvSpPr>
            <a:spLocks noGrp="1"/>
          </p:cNvSpPr>
          <p:nvPr>
            <p:ph type="dt" sz="half" idx="10"/>
          </p:nvPr>
        </p:nvSpPr>
        <p:spPr/>
        <p:txBody>
          <a:bodyPr/>
          <a:lstStyle/>
          <a:p>
            <a:fld id="{2C81EAC2-F9DB-4784-A188-6E4FCA03DA5B}" type="datetime1">
              <a:rPr lang="en-GB" smtClean="0"/>
              <a:t>18/03/2026</a:t>
            </a:fld>
            <a:endParaRPr lang="en-GB"/>
          </a:p>
        </p:txBody>
      </p:sp>
      <p:sp>
        <p:nvSpPr>
          <p:cNvPr id="4" name="Footer Placeholder 3">
            <a:extLst>
              <a:ext uri="{FF2B5EF4-FFF2-40B4-BE49-F238E27FC236}">
                <a16:creationId xmlns:a16="http://schemas.microsoft.com/office/drawing/2014/main" id="{37FFF8CC-E316-E641-C9CE-DF3DAA8A6428}"/>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7A2F5865-014C-FA86-09B0-6C05A0B661A9}"/>
              </a:ext>
            </a:extLst>
          </p:cNvPr>
          <p:cNvSpPr>
            <a:spLocks noGrp="1"/>
          </p:cNvSpPr>
          <p:nvPr>
            <p:ph type="sldNum" sz="quarter" idx="12"/>
          </p:nvPr>
        </p:nvSpPr>
        <p:spPr/>
        <p:txBody>
          <a:bodyPr/>
          <a:lstStyle/>
          <a:p>
            <a:fld id="{CBA53E11-492D-48B3-9F9B-09541CA2A39A}" type="slidenum">
              <a:rPr lang="en-GB" smtClean="0"/>
              <a:pPr/>
              <a:t>‹#›</a:t>
            </a:fld>
            <a:endParaRPr lang="en-GB"/>
          </a:p>
        </p:txBody>
      </p:sp>
    </p:spTree>
    <p:extLst>
      <p:ext uri="{BB962C8B-B14F-4D97-AF65-F5344CB8AC3E}">
        <p14:creationId xmlns:p14="http://schemas.microsoft.com/office/powerpoint/2010/main" val="4039344805"/>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arge Text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F41CF-A3E3-C272-C94C-947AC89C85B4}"/>
              </a:ext>
            </a:extLst>
          </p:cNvPr>
          <p:cNvSpPr>
            <a:spLocks noGrp="1"/>
          </p:cNvSpPr>
          <p:nvPr>
            <p:ph type="title"/>
          </p:nvPr>
        </p:nvSpPr>
        <p:spPr>
          <a:xfrm>
            <a:off x="318492" y="327819"/>
            <a:ext cx="9984000" cy="5933281"/>
          </a:xfrm>
        </p:spPr>
        <p:txBody>
          <a:bodyPr/>
          <a:lstStyle>
            <a:lvl1pPr>
              <a:defRPr sz="4800"/>
            </a:lvl1p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05080FA7-D3DB-DCE0-62D3-E92CDF5E1BD8}"/>
              </a:ext>
            </a:extLst>
          </p:cNvPr>
          <p:cNvSpPr>
            <a:spLocks noGrp="1"/>
          </p:cNvSpPr>
          <p:nvPr>
            <p:ph type="dt" sz="half" idx="10"/>
          </p:nvPr>
        </p:nvSpPr>
        <p:spPr/>
        <p:txBody>
          <a:bodyPr/>
          <a:lstStyle/>
          <a:p>
            <a:fld id="{453B3897-0BBA-4BE2-971F-F117EF62D66D}" type="datetime1">
              <a:rPr lang="en-GB" smtClean="0"/>
              <a:t>18/03/2026</a:t>
            </a:fld>
            <a:endParaRPr lang="en-GB"/>
          </a:p>
        </p:txBody>
      </p:sp>
      <p:sp>
        <p:nvSpPr>
          <p:cNvPr id="4" name="Footer Placeholder 3">
            <a:extLst>
              <a:ext uri="{FF2B5EF4-FFF2-40B4-BE49-F238E27FC236}">
                <a16:creationId xmlns:a16="http://schemas.microsoft.com/office/drawing/2014/main" id="{37FFF8CC-E316-E641-C9CE-DF3DAA8A6428}"/>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7A2F5865-014C-FA86-09B0-6C05A0B661A9}"/>
              </a:ext>
            </a:extLst>
          </p:cNvPr>
          <p:cNvSpPr>
            <a:spLocks noGrp="1"/>
          </p:cNvSpPr>
          <p:nvPr>
            <p:ph type="sldNum" sz="quarter" idx="12"/>
          </p:nvPr>
        </p:nvSpPr>
        <p:spPr/>
        <p:txBody>
          <a:bodyPr/>
          <a:lstStyle/>
          <a:p>
            <a:fld id="{CBA53E11-492D-48B3-9F9B-09541CA2A39A}" type="slidenum">
              <a:rPr lang="en-GB" smtClean="0"/>
              <a:pPr/>
              <a:t>‹#›</a:t>
            </a:fld>
            <a:endParaRPr lang="en-GB"/>
          </a:p>
        </p:txBody>
      </p:sp>
    </p:spTree>
    <p:extLst>
      <p:ext uri="{BB962C8B-B14F-4D97-AF65-F5344CB8AC3E}">
        <p14:creationId xmlns:p14="http://schemas.microsoft.com/office/powerpoint/2010/main" val="324475397"/>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Large Text Khaki">
    <p:bg>
      <p:bgPr>
        <a:solidFill>
          <a:srgbClr val="FBF7D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F41CF-A3E3-C272-C94C-947AC89C85B4}"/>
              </a:ext>
            </a:extLst>
          </p:cNvPr>
          <p:cNvSpPr>
            <a:spLocks noGrp="1"/>
          </p:cNvSpPr>
          <p:nvPr>
            <p:ph type="title"/>
          </p:nvPr>
        </p:nvSpPr>
        <p:spPr>
          <a:xfrm>
            <a:off x="318492" y="327819"/>
            <a:ext cx="9984000" cy="5933281"/>
          </a:xfrm>
        </p:spPr>
        <p:txBody>
          <a:bodyPr/>
          <a:lstStyle>
            <a:lvl1pPr>
              <a:defRPr sz="4800"/>
            </a:lvl1p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05080FA7-D3DB-DCE0-62D3-E92CDF5E1BD8}"/>
              </a:ext>
            </a:extLst>
          </p:cNvPr>
          <p:cNvSpPr>
            <a:spLocks noGrp="1"/>
          </p:cNvSpPr>
          <p:nvPr>
            <p:ph type="dt" sz="half" idx="10"/>
          </p:nvPr>
        </p:nvSpPr>
        <p:spPr/>
        <p:txBody>
          <a:bodyPr/>
          <a:lstStyle/>
          <a:p>
            <a:fld id="{94908560-5BFE-4DA5-AE4D-FE0F4087E853}" type="datetime1">
              <a:rPr lang="en-GB" smtClean="0"/>
              <a:t>18/03/2026</a:t>
            </a:fld>
            <a:endParaRPr lang="en-GB"/>
          </a:p>
        </p:txBody>
      </p:sp>
      <p:sp>
        <p:nvSpPr>
          <p:cNvPr id="4" name="Footer Placeholder 3">
            <a:extLst>
              <a:ext uri="{FF2B5EF4-FFF2-40B4-BE49-F238E27FC236}">
                <a16:creationId xmlns:a16="http://schemas.microsoft.com/office/drawing/2014/main" id="{37FFF8CC-E316-E641-C9CE-DF3DAA8A6428}"/>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7A2F5865-014C-FA86-09B0-6C05A0B661A9}"/>
              </a:ext>
            </a:extLst>
          </p:cNvPr>
          <p:cNvSpPr>
            <a:spLocks noGrp="1"/>
          </p:cNvSpPr>
          <p:nvPr>
            <p:ph type="sldNum" sz="quarter" idx="12"/>
          </p:nvPr>
        </p:nvSpPr>
        <p:spPr/>
        <p:txBody>
          <a:bodyPr/>
          <a:lstStyle/>
          <a:p>
            <a:fld id="{CBA53E11-492D-48B3-9F9B-09541CA2A39A}" type="slidenum">
              <a:rPr lang="en-GB" smtClean="0"/>
              <a:pPr/>
              <a:t>‹#›</a:t>
            </a:fld>
            <a:endParaRPr lang="en-GB"/>
          </a:p>
        </p:txBody>
      </p:sp>
    </p:spTree>
    <p:extLst>
      <p:ext uri="{BB962C8B-B14F-4D97-AF65-F5344CB8AC3E}">
        <p14:creationId xmlns:p14="http://schemas.microsoft.com/office/powerpoint/2010/main" val="3518019243"/>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arge Text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F41CF-A3E3-C272-C94C-947AC89C85B4}"/>
              </a:ext>
            </a:extLst>
          </p:cNvPr>
          <p:cNvSpPr>
            <a:spLocks noGrp="1"/>
          </p:cNvSpPr>
          <p:nvPr>
            <p:ph type="title"/>
          </p:nvPr>
        </p:nvSpPr>
        <p:spPr>
          <a:xfrm>
            <a:off x="318492" y="327025"/>
            <a:ext cx="9984000" cy="5934075"/>
          </a:xfrm>
        </p:spPr>
        <p:txBody>
          <a:bodyPr/>
          <a:lstStyle>
            <a:lvl1pPr>
              <a:defRPr sz="4800">
                <a:solidFill>
                  <a:schemeClr val="bg1"/>
                </a:solidFill>
              </a:defRPr>
            </a:lvl1p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05080FA7-D3DB-DCE0-62D3-E92CDF5E1BD8}"/>
              </a:ext>
            </a:extLst>
          </p:cNvPr>
          <p:cNvSpPr>
            <a:spLocks noGrp="1"/>
          </p:cNvSpPr>
          <p:nvPr>
            <p:ph type="dt" sz="half" idx="10"/>
          </p:nvPr>
        </p:nvSpPr>
        <p:spPr/>
        <p:txBody>
          <a:bodyPr/>
          <a:lstStyle>
            <a:lvl1pPr>
              <a:defRPr>
                <a:solidFill>
                  <a:schemeClr val="bg1"/>
                </a:solidFill>
              </a:defRPr>
            </a:lvl1pPr>
          </a:lstStyle>
          <a:p>
            <a:fld id="{C08B6FC3-16D7-46EA-83CF-113F58E1CA58}" type="datetime1">
              <a:rPr lang="en-GB" smtClean="0"/>
              <a:t>18/03/2026</a:t>
            </a:fld>
            <a:endParaRPr lang="en-GB"/>
          </a:p>
        </p:txBody>
      </p:sp>
      <p:sp>
        <p:nvSpPr>
          <p:cNvPr id="4" name="Footer Placeholder 3">
            <a:extLst>
              <a:ext uri="{FF2B5EF4-FFF2-40B4-BE49-F238E27FC236}">
                <a16:creationId xmlns:a16="http://schemas.microsoft.com/office/drawing/2014/main" id="{37FFF8CC-E316-E641-C9CE-DF3DAA8A6428}"/>
              </a:ext>
            </a:extLst>
          </p:cNvPr>
          <p:cNvSpPr>
            <a:spLocks noGrp="1"/>
          </p:cNvSpPr>
          <p:nvPr>
            <p:ph type="ftr" sz="quarter" idx="11"/>
          </p:nvPr>
        </p:nvSpPr>
        <p:spPr/>
        <p:txBody>
          <a:bodyPr/>
          <a:lstStyle>
            <a:lvl1pPr>
              <a:defRPr>
                <a:solidFill>
                  <a:schemeClr val="bg1"/>
                </a:solidFill>
              </a:defRPr>
            </a:lvl1pPr>
          </a:lstStyle>
          <a:p>
            <a:endParaRPr lang="en-GB" dirty="0"/>
          </a:p>
        </p:txBody>
      </p:sp>
      <p:sp>
        <p:nvSpPr>
          <p:cNvPr id="5" name="Slide Number Placeholder 4">
            <a:extLst>
              <a:ext uri="{FF2B5EF4-FFF2-40B4-BE49-F238E27FC236}">
                <a16:creationId xmlns:a16="http://schemas.microsoft.com/office/drawing/2014/main" id="{7A2F5865-014C-FA86-09B0-6C05A0B661A9}"/>
              </a:ext>
            </a:extLst>
          </p:cNvPr>
          <p:cNvSpPr>
            <a:spLocks noGrp="1"/>
          </p:cNvSpPr>
          <p:nvPr>
            <p:ph type="sldNum" sz="quarter" idx="12"/>
          </p:nvPr>
        </p:nvSpPr>
        <p:spPr/>
        <p:txBody>
          <a:bodyPr/>
          <a:lstStyle>
            <a:lvl1pPr>
              <a:defRPr>
                <a:solidFill>
                  <a:schemeClr val="bg1"/>
                </a:solidFill>
              </a:defRPr>
            </a:lvl1pPr>
          </a:lstStyle>
          <a:p>
            <a:fld id="{CBA53E11-492D-48B3-9F9B-09541CA2A39A}" type="slidenum">
              <a:rPr lang="en-GB" smtClean="0"/>
              <a:pPr/>
              <a:t>‹#›</a:t>
            </a:fld>
            <a:endParaRPr lang="en-GB"/>
          </a:p>
        </p:txBody>
      </p:sp>
      <p:sp>
        <p:nvSpPr>
          <p:cNvPr id="8" name="TextBox 7">
            <a:extLst>
              <a:ext uri="{FF2B5EF4-FFF2-40B4-BE49-F238E27FC236}">
                <a16:creationId xmlns:a16="http://schemas.microsoft.com/office/drawing/2014/main" id="{24A8D6E0-472D-9B14-F3A6-BC2F23E87040}"/>
              </a:ext>
            </a:extLst>
          </p:cNvPr>
          <p:cNvSpPr txBox="1"/>
          <p:nvPr userDrawn="1"/>
        </p:nvSpPr>
        <p:spPr>
          <a:xfrm>
            <a:off x="326232" y="6393702"/>
            <a:ext cx="1417500" cy="137272"/>
          </a:xfrm>
          <a:prstGeom prst="rect">
            <a:avLst/>
          </a:prstGeom>
          <a:noFill/>
        </p:spPr>
        <p:txBody>
          <a:bodyPr wrap="square" lIns="0" tIns="0" rIns="0" bIns="0" rtlCol="0" anchor="b">
            <a:noAutofit/>
          </a:bodyPr>
          <a:lstStyle/>
          <a:p>
            <a:pPr algn="l"/>
            <a:r>
              <a:rPr lang="en-US" sz="850" b="0" dirty="0">
                <a:solidFill>
                  <a:schemeClr val="bg1"/>
                </a:solidFill>
                <a:latin typeface="+mj-lt"/>
              </a:rPr>
              <a:t>Imperial College London</a:t>
            </a:r>
          </a:p>
        </p:txBody>
      </p:sp>
    </p:spTree>
    <p:extLst>
      <p:ext uri="{BB962C8B-B14F-4D97-AF65-F5344CB8AC3E}">
        <p14:creationId xmlns:p14="http://schemas.microsoft.com/office/powerpoint/2010/main" val="1467749574"/>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5D21AD4-68E5-D832-D55C-9ACFCD153AF8}"/>
              </a:ext>
            </a:extLst>
          </p:cNvPr>
          <p:cNvSpPr>
            <a:spLocks noGrp="1"/>
          </p:cNvSpPr>
          <p:nvPr>
            <p:ph type="dt" sz="half" idx="10"/>
          </p:nvPr>
        </p:nvSpPr>
        <p:spPr/>
        <p:txBody>
          <a:bodyPr/>
          <a:lstStyle/>
          <a:p>
            <a:fld id="{87464246-23F0-4977-92E6-37A248422A4F}" type="datetime1">
              <a:rPr lang="en-GB" smtClean="0"/>
              <a:t>18/03/2026</a:t>
            </a:fld>
            <a:endParaRPr lang="en-GB"/>
          </a:p>
        </p:txBody>
      </p:sp>
      <p:sp>
        <p:nvSpPr>
          <p:cNvPr id="5" name="Footer Placeholder 4">
            <a:extLst>
              <a:ext uri="{FF2B5EF4-FFF2-40B4-BE49-F238E27FC236}">
                <a16:creationId xmlns:a16="http://schemas.microsoft.com/office/drawing/2014/main" id="{1311EA1B-04BA-0493-81EB-3E7823E19024}"/>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DDA22947-0466-77E3-9884-7FFF54F0FEAD}"/>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Title 1">
            <a:extLst>
              <a:ext uri="{FF2B5EF4-FFF2-40B4-BE49-F238E27FC236}">
                <a16:creationId xmlns:a16="http://schemas.microsoft.com/office/drawing/2014/main" id="{45A24D7B-41EB-9794-42AE-564F6680EA41}"/>
              </a:ext>
            </a:extLst>
          </p:cNvPr>
          <p:cNvSpPr>
            <a:spLocks noGrp="1"/>
          </p:cNvSpPr>
          <p:nvPr>
            <p:ph type="ctrTitle"/>
          </p:nvPr>
        </p:nvSpPr>
        <p:spPr>
          <a:xfrm>
            <a:off x="317251" y="2417400"/>
            <a:ext cx="9144000" cy="1847942"/>
          </a:xfrm>
        </p:spPr>
        <p:txBody>
          <a:bodyPr anchor="b"/>
          <a:lstStyle>
            <a:lvl1pPr algn="l">
              <a:defRPr sz="6400">
                <a:solidFill>
                  <a:schemeClr val="accent1"/>
                </a:solidFill>
              </a:defRPr>
            </a:lvl1pPr>
          </a:lstStyle>
          <a:p>
            <a:r>
              <a:rPr lang="en-GB"/>
              <a:t>Click to edit Master title style</a:t>
            </a:r>
            <a:endParaRPr lang="en-GB" dirty="0"/>
          </a:p>
        </p:txBody>
      </p:sp>
      <p:sp>
        <p:nvSpPr>
          <p:cNvPr id="8" name="Subtitle 2">
            <a:extLst>
              <a:ext uri="{FF2B5EF4-FFF2-40B4-BE49-F238E27FC236}">
                <a16:creationId xmlns:a16="http://schemas.microsoft.com/office/drawing/2014/main" id="{14EAC6AD-293C-6C12-F9F6-48F5FCB0E4A2}"/>
              </a:ext>
            </a:extLst>
          </p:cNvPr>
          <p:cNvSpPr>
            <a:spLocks noGrp="1"/>
          </p:cNvSpPr>
          <p:nvPr>
            <p:ph type="subTitle" idx="1"/>
          </p:nvPr>
        </p:nvSpPr>
        <p:spPr>
          <a:xfrm>
            <a:off x="317251" y="4383000"/>
            <a:ext cx="9144000" cy="1322348"/>
          </a:xfrm>
        </p:spPr>
        <p:txBody>
          <a:bodyPr/>
          <a:lstStyle>
            <a:lvl1pPr marL="0" indent="0" algn="l">
              <a:buNone/>
              <a:defRPr sz="4750">
                <a:solidFill>
                  <a:schemeClr val="accent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2673696074"/>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Header Smoke">
    <p:bg>
      <p:bgPr>
        <a:solidFill>
          <a:schemeClr val="bg2"/>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5D21AD4-68E5-D832-D55C-9ACFCD153AF8}"/>
              </a:ext>
            </a:extLst>
          </p:cNvPr>
          <p:cNvSpPr>
            <a:spLocks noGrp="1"/>
          </p:cNvSpPr>
          <p:nvPr>
            <p:ph type="dt" sz="half" idx="10"/>
          </p:nvPr>
        </p:nvSpPr>
        <p:spPr/>
        <p:txBody>
          <a:bodyPr/>
          <a:lstStyle/>
          <a:p>
            <a:fld id="{73219F9D-3C9F-401D-A8C7-10EC13940849}" type="datetime1">
              <a:rPr lang="en-GB" smtClean="0"/>
              <a:t>18/03/2026</a:t>
            </a:fld>
            <a:endParaRPr lang="en-GB"/>
          </a:p>
        </p:txBody>
      </p:sp>
      <p:sp>
        <p:nvSpPr>
          <p:cNvPr id="5" name="Footer Placeholder 4">
            <a:extLst>
              <a:ext uri="{FF2B5EF4-FFF2-40B4-BE49-F238E27FC236}">
                <a16:creationId xmlns:a16="http://schemas.microsoft.com/office/drawing/2014/main" id="{1311EA1B-04BA-0493-81EB-3E7823E19024}"/>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DDA22947-0466-77E3-9884-7FFF54F0FEAD}"/>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Title 1">
            <a:extLst>
              <a:ext uri="{FF2B5EF4-FFF2-40B4-BE49-F238E27FC236}">
                <a16:creationId xmlns:a16="http://schemas.microsoft.com/office/drawing/2014/main" id="{45A24D7B-41EB-9794-42AE-564F6680EA41}"/>
              </a:ext>
            </a:extLst>
          </p:cNvPr>
          <p:cNvSpPr>
            <a:spLocks noGrp="1"/>
          </p:cNvSpPr>
          <p:nvPr>
            <p:ph type="ctrTitle"/>
          </p:nvPr>
        </p:nvSpPr>
        <p:spPr>
          <a:xfrm>
            <a:off x="317251" y="2417400"/>
            <a:ext cx="9144000" cy="1847942"/>
          </a:xfrm>
        </p:spPr>
        <p:txBody>
          <a:bodyPr anchor="b"/>
          <a:lstStyle>
            <a:lvl1pPr algn="l">
              <a:defRPr sz="6400">
                <a:solidFill>
                  <a:schemeClr val="accent1"/>
                </a:solidFill>
              </a:defRPr>
            </a:lvl1pPr>
          </a:lstStyle>
          <a:p>
            <a:r>
              <a:rPr lang="en-GB"/>
              <a:t>Click to edit Master title style</a:t>
            </a:r>
            <a:endParaRPr lang="en-GB" dirty="0"/>
          </a:p>
        </p:txBody>
      </p:sp>
      <p:sp>
        <p:nvSpPr>
          <p:cNvPr id="8" name="Subtitle 2">
            <a:extLst>
              <a:ext uri="{FF2B5EF4-FFF2-40B4-BE49-F238E27FC236}">
                <a16:creationId xmlns:a16="http://schemas.microsoft.com/office/drawing/2014/main" id="{14EAC6AD-293C-6C12-F9F6-48F5FCB0E4A2}"/>
              </a:ext>
            </a:extLst>
          </p:cNvPr>
          <p:cNvSpPr>
            <a:spLocks noGrp="1"/>
          </p:cNvSpPr>
          <p:nvPr>
            <p:ph type="subTitle" idx="1"/>
          </p:nvPr>
        </p:nvSpPr>
        <p:spPr>
          <a:xfrm>
            <a:off x="317251" y="4383000"/>
            <a:ext cx="9144000" cy="1322348"/>
          </a:xfrm>
        </p:spPr>
        <p:txBody>
          <a:bodyPr/>
          <a:lstStyle>
            <a:lvl1pPr marL="0" indent="0" algn="l">
              <a:buNone/>
              <a:defRPr sz="4750">
                <a:solidFill>
                  <a:schemeClr val="accent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1949257883"/>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Header Khaki">
    <p:bg>
      <p:bgPr>
        <a:solidFill>
          <a:srgbClr val="FBF7DC"/>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5D21AD4-68E5-D832-D55C-9ACFCD153AF8}"/>
              </a:ext>
            </a:extLst>
          </p:cNvPr>
          <p:cNvSpPr>
            <a:spLocks noGrp="1"/>
          </p:cNvSpPr>
          <p:nvPr>
            <p:ph type="dt" sz="half" idx="10"/>
          </p:nvPr>
        </p:nvSpPr>
        <p:spPr/>
        <p:txBody>
          <a:bodyPr/>
          <a:lstStyle/>
          <a:p>
            <a:fld id="{97BB5B64-E04A-4DF5-A020-D3E046FA42EC}" type="datetime1">
              <a:rPr lang="en-GB" smtClean="0"/>
              <a:t>18/03/2026</a:t>
            </a:fld>
            <a:endParaRPr lang="en-GB"/>
          </a:p>
        </p:txBody>
      </p:sp>
      <p:sp>
        <p:nvSpPr>
          <p:cNvPr id="5" name="Footer Placeholder 4">
            <a:extLst>
              <a:ext uri="{FF2B5EF4-FFF2-40B4-BE49-F238E27FC236}">
                <a16:creationId xmlns:a16="http://schemas.microsoft.com/office/drawing/2014/main" id="{1311EA1B-04BA-0493-81EB-3E7823E19024}"/>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DDA22947-0466-77E3-9884-7FFF54F0FEAD}"/>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Title 1">
            <a:extLst>
              <a:ext uri="{FF2B5EF4-FFF2-40B4-BE49-F238E27FC236}">
                <a16:creationId xmlns:a16="http://schemas.microsoft.com/office/drawing/2014/main" id="{45A24D7B-41EB-9794-42AE-564F6680EA41}"/>
              </a:ext>
            </a:extLst>
          </p:cNvPr>
          <p:cNvSpPr>
            <a:spLocks noGrp="1"/>
          </p:cNvSpPr>
          <p:nvPr>
            <p:ph type="ctrTitle"/>
          </p:nvPr>
        </p:nvSpPr>
        <p:spPr>
          <a:xfrm>
            <a:off x="317251" y="2417400"/>
            <a:ext cx="9144000" cy="1847942"/>
          </a:xfrm>
        </p:spPr>
        <p:txBody>
          <a:bodyPr anchor="b"/>
          <a:lstStyle>
            <a:lvl1pPr algn="l">
              <a:defRPr sz="6400">
                <a:solidFill>
                  <a:schemeClr val="accent1"/>
                </a:solidFill>
              </a:defRPr>
            </a:lvl1pPr>
          </a:lstStyle>
          <a:p>
            <a:r>
              <a:rPr lang="en-GB"/>
              <a:t>Click to edit Master title style</a:t>
            </a:r>
            <a:endParaRPr lang="en-GB" dirty="0"/>
          </a:p>
        </p:txBody>
      </p:sp>
      <p:sp>
        <p:nvSpPr>
          <p:cNvPr id="8" name="Subtitle 2">
            <a:extLst>
              <a:ext uri="{FF2B5EF4-FFF2-40B4-BE49-F238E27FC236}">
                <a16:creationId xmlns:a16="http://schemas.microsoft.com/office/drawing/2014/main" id="{14EAC6AD-293C-6C12-F9F6-48F5FCB0E4A2}"/>
              </a:ext>
            </a:extLst>
          </p:cNvPr>
          <p:cNvSpPr>
            <a:spLocks noGrp="1"/>
          </p:cNvSpPr>
          <p:nvPr>
            <p:ph type="subTitle" idx="1"/>
          </p:nvPr>
        </p:nvSpPr>
        <p:spPr>
          <a:xfrm>
            <a:off x="317251" y="4383000"/>
            <a:ext cx="9144000" cy="1322348"/>
          </a:xfrm>
        </p:spPr>
        <p:txBody>
          <a:bodyPr/>
          <a:lstStyle>
            <a:lvl1pPr marL="0" indent="0" algn="l">
              <a:buNone/>
              <a:defRPr sz="4750">
                <a:solidFill>
                  <a:schemeClr val="accent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1886803618"/>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ection Header Blue">
    <p:bg>
      <p:bgPr>
        <a:solidFill>
          <a:schemeClr val="accent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6FEE2EA-C029-0AE3-B18F-CB5D823CD415}"/>
              </a:ext>
            </a:extLst>
          </p:cNvPr>
          <p:cNvSpPr>
            <a:spLocks noGrp="1"/>
          </p:cNvSpPr>
          <p:nvPr>
            <p:ph type="dt" sz="half" idx="10"/>
          </p:nvPr>
        </p:nvSpPr>
        <p:spPr/>
        <p:txBody>
          <a:bodyPr/>
          <a:lstStyle>
            <a:lvl1pPr>
              <a:defRPr>
                <a:solidFill>
                  <a:schemeClr val="bg1"/>
                </a:solidFill>
              </a:defRPr>
            </a:lvl1pPr>
          </a:lstStyle>
          <a:p>
            <a:fld id="{5987B9F2-E558-46D1-B4D6-F83AA9543C67}" type="datetime1">
              <a:rPr lang="en-GB" smtClean="0"/>
              <a:t>18/03/2026</a:t>
            </a:fld>
            <a:endParaRPr lang="en-GB"/>
          </a:p>
        </p:txBody>
      </p:sp>
      <p:sp>
        <p:nvSpPr>
          <p:cNvPr id="5" name="Footer Placeholder 4">
            <a:extLst>
              <a:ext uri="{FF2B5EF4-FFF2-40B4-BE49-F238E27FC236}">
                <a16:creationId xmlns:a16="http://schemas.microsoft.com/office/drawing/2014/main" id="{DA74AA3B-FC1A-1DAF-C282-4ED6FC740315}"/>
              </a:ext>
            </a:extLst>
          </p:cNvPr>
          <p:cNvSpPr>
            <a:spLocks noGrp="1"/>
          </p:cNvSpPr>
          <p:nvPr>
            <p:ph type="ftr" sz="quarter" idx="11"/>
          </p:nvPr>
        </p:nvSpPr>
        <p:spPr/>
        <p:txBody>
          <a:bodyPr/>
          <a:lstStyle>
            <a:lvl1pPr>
              <a:defRPr>
                <a:solidFill>
                  <a:schemeClr val="bg1"/>
                </a:solidFill>
              </a:defRPr>
            </a:lvl1pPr>
          </a:lstStyle>
          <a:p>
            <a:endParaRPr lang="en-GB" dirty="0"/>
          </a:p>
        </p:txBody>
      </p:sp>
      <p:sp>
        <p:nvSpPr>
          <p:cNvPr id="6" name="Slide Number Placeholder 5">
            <a:extLst>
              <a:ext uri="{FF2B5EF4-FFF2-40B4-BE49-F238E27FC236}">
                <a16:creationId xmlns:a16="http://schemas.microsoft.com/office/drawing/2014/main" id="{D908A0A1-4076-F926-D730-16EF8BBD729E}"/>
              </a:ext>
            </a:extLst>
          </p:cNvPr>
          <p:cNvSpPr>
            <a:spLocks noGrp="1"/>
          </p:cNvSpPr>
          <p:nvPr>
            <p:ph type="sldNum" sz="quarter" idx="12"/>
          </p:nvPr>
        </p:nvSpPr>
        <p:spPr/>
        <p:txBody>
          <a:bodyPr/>
          <a:lstStyle>
            <a:lvl1pPr>
              <a:defRPr>
                <a:solidFill>
                  <a:schemeClr val="bg1"/>
                </a:solidFill>
              </a:defRPr>
            </a:lvl1pPr>
          </a:lstStyle>
          <a:p>
            <a:fld id="{CBA53E11-492D-48B3-9F9B-09541CA2A39A}" type="slidenum">
              <a:rPr lang="en-GB" smtClean="0"/>
              <a:pPr/>
              <a:t>‹#›</a:t>
            </a:fld>
            <a:endParaRPr lang="en-GB"/>
          </a:p>
        </p:txBody>
      </p:sp>
      <p:sp>
        <p:nvSpPr>
          <p:cNvPr id="7" name="TextBox 6">
            <a:extLst>
              <a:ext uri="{FF2B5EF4-FFF2-40B4-BE49-F238E27FC236}">
                <a16:creationId xmlns:a16="http://schemas.microsoft.com/office/drawing/2014/main" id="{433E70A2-A3C6-29D0-1DEB-4D8F9283B18B}"/>
              </a:ext>
            </a:extLst>
          </p:cNvPr>
          <p:cNvSpPr txBox="1"/>
          <p:nvPr userDrawn="1"/>
        </p:nvSpPr>
        <p:spPr>
          <a:xfrm>
            <a:off x="326232" y="6393702"/>
            <a:ext cx="1417500" cy="137272"/>
          </a:xfrm>
          <a:prstGeom prst="rect">
            <a:avLst/>
          </a:prstGeom>
          <a:noFill/>
        </p:spPr>
        <p:txBody>
          <a:bodyPr wrap="square" lIns="0" tIns="0" rIns="0" bIns="0" rtlCol="0" anchor="b">
            <a:noAutofit/>
          </a:bodyPr>
          <a:lstStyle/>
          <a:p>
            <a:pPr algn="l"/>
            <a:r>
              <a:rPr lang="en-US" sz="850" b="0" dirty="0">
                <a:solidFill>
                  <a:schemeClr val="bg1"/>
                </a:solidFill>
                <a:latin typeface="+mj-lt"/>
              </a:rPr>
              <a:t>Imperial College London</a:t>
            </a:r>
          </a:p>
        </p:txBody>
      </p:sp>
      <p:sp>
        <p:nvSpPr>
          <p:cNvPr id="9" name="Title 1">
            <a:extLst>
              <a:ext uri="{FF2B5EF4-FFF2-40B4-BE49-F238E27FC236}">
                <a16:creationId xmlns:a16="http://schemas.microsoft.com/office/drawing/2014/main" id="{8E2710C7-980D-1529-A1C4-D0B914429772}"/>
              </a:ext>
            </a:extLst>
          </p:cNvPr>
          <p:cNvSpPr>
            <a:spLocks noGrp="1"/>
          </p:cNvSpPr>
          <p:nvPr>
            <p:ph type="ctrTitle"/>
          </p:nvPr>
        </p:nvSpPr>
        <p:spPr>
          <a:xfrm>
            <a:off x="317251" y="2417400"/>
            <a:ext cx="9144000" cy="1847942"/>
          </a:xfrm>
        </p:spPr>
        <p:txBody>
          <a:bodyPr anchor="b"/>
          <a:lstStyle>
            <a:lvl1pPr algn="l">
              <a:defRPr sz="6400">
                <a:solidFill>
                  <a:schemeClr val="bg1"/>
                </a:solidFill>
              </a:defRPr>
            </a:lvl1pPr>
          </a:lstStyle>
          <a:p>
            <a:r>
              <a:rPr lang="en-GB"/>
              <a:t>Click to edit Master title style</a:t>
            </a:r>
            <a:endParaRPr lang="en-GB" dirty="0"/>
          </a:p>
        </p:txBody>
      </p:sp>
      <p:sp>
        <p:nvSpPr>
          <p:cNvPr id="10" name="Subtitle 2">
            <a:extLst>
              <a:ext uri="{FF2B5EF4-FFF2-40B4-BE49-F238E27FC236}">
                <a16:creationId xmlns:a16="http://schemas.microsoft.com/office/drawing/2014/main" id="{01609BCD-EF9A-DF89-AAD2-167090C57F54}"/>
              </a:ext>
            </a:extLst>
          </p:cNvPr>
          <p:cNvSpPr>
            <a:spLocks noGrp="1"/>
          </p:cNvSpPr>
          <p:nvPr>
            <p:ph type="subTitle" idx="1"/>
          </p:nvPr>
        </p:nvSpPr>
        <p:spPr>
          <a:xfrm>
            <a:off x="317251" y="4383000"/>
            <a:ext cx="9144000" cy="1322348"/>
          </a:xfrm>
        </p:spPr>
        <p:txBody>
          <a:bodyPr/>
          <a:lstStyle>
            <a:lvl1pPr marL="0" indent="0" algn="l">
              <a:buNone/>
              <a:defRPr sz="4800">
                <a:solidFill>
                  <a:schemeClr val="bg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3673995235"/>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Text and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5A374872-1A4E-434B-92DF-72035B72B147}" type="datetime1">
              <a:rPr lang="en-GB" smtClean="0"/>
              <a:t>18/03/2026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Title 6">
            <a:extLst>
              <a:ext uri="{FF2B5EF4-FFF2-40B4-BE49-F238E27FC236}">
                <a16:creationId xmlns:a16="http://schemas.microsoft.com/office/drawing/2014/main" id="{D52399BF-03C9-B24E-A780-BE7CD263C933}"/>
              </a:ext>
            </a:extLst>
          </p:cNvPr>
          <p:cNvSpPr>
            <a:spLocks noGrp="1"/>
          </p:cNvSpPr>
          <p:nvPr>
            <p:ph type="title"/>
          </p:nvPr>
        </p:nvSpPr>
        <p:spPr>
          <a:xfrm>
            <a:off x="325800" y="252000"/>
            <a:ext cx="5583670" cy="378044"/>
          </a:xfrm>
        </p:spPr>
        <p:txBody>
          <a:bodyPr/>
          <a:lstStyle/>
          <a:p>
            <a:r>
              <a:rPr lang="en-GB"/>
              <a:t>Click to edit Master title style</a:t>
            </a:r>
            <a:endParaRPr lang="en-US" dirty="0"/>
          </a:p>
        </p:txBody>
      </p:sp>
      <p:sp>
        <p:nvSpPr>
          <p:cNvPr id="9" name="Subtitle 2">
            <a:extLst>
              <a:ext uri="{FF2B5EF4-FFF2-40B4-BE49-F238E27FC236}">
                <a16:creationId xmlns:a16="http://schemas.microsoft.com/office/drawing/2014/main" id="{4D02234B-F0AA-AEA6-E636-52276BDE0E86}"/>
              </a:ext>
            </a:extLst>
          </p:cNvPr>
          <p:cNvSpPr>
            <a:spLocks noGrp="1"/>
          </p:cNvSpPr>
          <p:nvPr>
            <p:ph type="subTitle" idx="13"/>
          </p:nvPr>
        </p:nvSpPr>
        <p:spPr>
          <a:xfrm>
            <a:off x="325800" y="620196"/>
            <a:ext cx="5583670"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12" name="Text Placeholder 11">
            <a:extLst>
              <a:ext uri="{FF2B5EF4-FFF2-40B4-BE49-F238E27FC236}">
                <a16:creationId xmlns:a16="http://schemas.microsoft.com/office/drawing/2014/main" id="{B8D7AD65-3E40-A55B-332E-BB6300B58FD1}"/>
              </a:ext>
            </a:extLst>
          </p:cNvPr>
          <p:cNvSpPr>
            <a:spLocks noGrp="1"/>
          </p:cNvSpPr>
          <p:nvPr>
            <p:ph type="body" sz="quarter" idx="16"/>
          </p:nvPr>
        </p:nvSpPr>
        <p:spPr>
          <a:xfrm>
            <a:off x="325800" y="1394619"/>
            <a:ext cx="558367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5">
            <a:extLst>
              <a:ext uri="{FF2B5EF4-FFF2-40B4-BE49-F238E27FC236}">
                <a16:creationId xmlns:a16="http://schemas.microsoft.com/office/drawing/2014/main" id="{2F90AF79-7BDC-6C86-6328-5E1E4E4A08BD}"/>
              </a:ext>
            </a:extLst>
          </p:cNvPr>
          <p:cNvSpPr>
            <a:spLocks noGrp="1"/>
          </p:cNvSpPr>
          <p:nvPr>
            <p:ph sz="quarter" idx="17" hasCustomPrompt="1"/>
          </p:nvPr>
        </p:nvSpPr>
        <p:spPr>
          <a:xfrm>
            <a:off x="6290831"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2939635899"/>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Text and Content Smok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0D73F415-A1CE-4F60-9BEA-A36E58AD412C}" type="datetime1">
              <a:rPr lang="en-GB" smtClean="0"/>
              <a:t>18/03/2026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Title 6">
            <a:extLst>
              <a:ext uri="{FF2B5EF4-FFF2-40B4-BE49-F238E27FC236}">
                <a16:creationId xmlns:a16="http://schemas.microsoft.com/office/drawing/2014/main" id="{D52399BF-03C9-B24E-A780-BE7CD263C933}"/>
              </a:ext>
            </a:extLst>
          </p:cNvPr>
          <p:cNvSpPr>
            <a:spLocks noGrp="1"/>
          </p:cNvSpPr>
          <p:nvPr>
            <p:ph type="title"/>
          </p:nvPr>
        </p:nvSpPr>
        <p:spPr>
          <a:xfrm>
            <a:off x="325800" y="252000"/>
            <a:ext cx="5583670" cy="378044"/>
          </a:xfrm>
        </p:spPr>
        <p:txBody>
          <a:bodyPr/>
          <a:lstStyle/>
          <a:p>
            <a:r>
              <a:rPr lang="en-GB"/>
              <a:t>Click to edit Master title style</a:t>
            </a:r>
            <a:endParaRPr lang="en-US" dirty="0"/>
          </a:p>
        </p:txBody>
      </p:sp>
      <p:sp>
        <p:nvSpPr>
          <p:cNvPr id="9" name="Subtitle 2">
            <a:extLst>
              <a:ext uri="{FF2B5EF4-FFF2-40B4-BE49-F238E27FC236}">
                <a16:creationId xmlns:a16="http://schemas.microsoft.com/office/drawing/2014/main" id="{4D02234B-F0AA-AEA6-E636-52276BDE0E86}"/>
              </a:ext>
            </a:extLst>
          </p:cNvPr>
          <p:cNvSpPr>
            <a:spLocks noGrp="1"/>
          </p:cNvSpPr>
          <p:nvPr>
            <p:ph type="subTitle" idx="13"/>
          </p:nvPr>
        </p:nvSpPr>
        <p:spPr>
          <a:xfrm>
            <a:off x="325800" y="620196"/>
            <a:ext cx="5583670"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12" name="Text Placeholder 11">
            <a:extLst>
              <a:ext uri="{FF2B5EF4-FFF2-40B4-BE49-F238E27FC236}">
                <a16:creationId xmlns:a16="http://schemas.microsoft.com/office/drawing/2014/main" id="{B8D7AD65-3E40-A55B-332E-BB6300B58FD1}"/>
              </a:ext>
            </a:extLst>
          </p:cNvPr>
          <p:cNvSpPr>
            <a:spLocks noGrp="1"/>
          </p:cNvSpPr>
          <p:nvPr>
            <p:ph type="body" sz="quarter" idx="16"/>
          </p:nvPr>
        </p:nvSpPr>
        <p:spPr>
          <a:xfrm>
            <a:off x="325800" y="1394619"/>
            <a:ext cx="558367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5">
            <a:extLst>
              <a:ext uri="{FF2B5EF4-FFF2-40B4-BE49-F238E27FC236}">
                <a16:creationId xmlns:a16="http://schemas.microsoft.com/office/drawing/2014/main" id="{2F90AF79-7BDC-6C86-6328-5E1E4E4A08BD}"/>
              </a:ext>
            </a:extLst>
          </p:cNvPr>
          <p:cNvSpPr>
            <a:spLocks noGrp="1"/>
          </p:cNvSpPr>
          <p:nvPr>
            <p:ph sz="quarter" idx="17" hasCustomPrompt="1"/>
          </p:nvPr>
        </p:nvSpPr>
        <p:spPr>
          <a:xfrm>
            <a:off x="6290831"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2206395976"/>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Text and Content Khaki">
    <p:bg>
      <p:bgPr>
        <a:solidFill>
          <a:srgbClr val="FBF7DC"/>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E19D3547-64B5-43BF-BB9A-735EDDABE8A9}" type="datetime1">
              <a:rPr lang="en-GB" smtClean="0"/>
              <a:t>18/03/2026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Title 6">
            <a:extLst>
              <a:ext uri="{FF2B5EF4-FFF2-40B4-BE49-F238E27FC236}">
                <a16:creationId xmlns:a16="http://schemas.microsoft.com/office/drawing/2014/main" id="{D52399BF-03C9-B24E-A780-BE7CD263C933}"/>
              </a:ext>
            </a:extLst>
          </p:cNvPr>
          <p:cNvSpPr>
            <a:spLocks noGrp="1"/>
          </p:cNvSpPr>
          <p:nvPr>
            <p:ph type="title"/>
          </p:nvPr>
        </p:nvSpPr>
        <p:spPr>
          <a:xfrm>
            <a:off x="325800" y="252000"/>
            <a:ext cx="5583670" cy="378044"/>
          </a:xfrm>
        </p:spPr>
        <p:txBody>
          <a:bodyPr/>
          <a:lstStyle/>
          <a:p>
            <a:r>
              <a:rPr lang="en-GB"/>
              <a:t>Click to edit Master title style</a:t>
            </a:r>
            <a:endParaRPr lang="en-US" dirty="0"/>
          </a:p>
        </p:txBody>
      </p:sp>
      <p:sp>
        <p:nvSpPr>
          <p:cNvPr id="9" name="Subtitle 2">
            <a:extLst>
              <a:ext uri="{FF2B5EF4-FFF2-40B4-BE49-F238E27FC236}">
                <a16:creationId xmlns:a16="http://schemas.microsoft.com/office/drawing/2014/main" id="{4D02234B-F0AA-AEA6-E636-52276BDE0E86}"/>
              </a:ext>
            </a:extLst>
          </p:cNvPr>
          <p:cNvSpPr>
            <a:spLocks noGrp="1"/>
          </p:cNvSpPr>
          <p:nvPr>
            <p:ph type="subTitle" idx="13"/>
          </p:nvPr>
        </p:nvSpPr>
        <p:spPr>
          <a:xfrm>
            <a:off x="325800" y="620196"/>
            <a:ext cx="5583670"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12" name="Text Placeholder 11">
            <a:extLst>
              <a:ext uri="{FF2B5EF4-FFF2-40B4-BE49-F238E27FC236}">
                <a16:creationId xmlns:a16="http://schemas.microsoft.com/office/drawing/2014/main" id="{B8D7AD65-3E40-A55B-332E-BB6300B58FD1}"/>
              </a:ext>
            </a:extLst>
          </p:cNvPr>
          <p:cNvSpPr>
            <a:spLocks noGrp="1"/>
          </p:cNvSpPr>
          <p:nvPr>
            <p:ph type="body" sz="quarter" idx="16"/>
          </p:nvPr>
        </p:nvSpPr>
        <p:spPr>
          <a:xfrm>
            <a:off x="325800" y="1394619"/>
            <a:ext cx="558367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5">
            <a:extLst>
              <a:ext uri="{FF2B5EF4-FFF2-40B4-BE49-F238E27FC236}">
                <a16:creationId xmlns:a16="http://schemas.microsoft.com/office/drawing/2014/main" id="{2F90AF79-7BDC-6C86-6328-5E1E4E4A08BD}"/>
              </a:ext>
            </a:extLst>
          </p:cNvPr>
          <p:cNvSpPr>
            <a:spLocks noGrp="1"/>
          </p:cNvSpPr>
          <p:nvPr>
            <p:ph sz="quarter" idx="17" hasCustomPrompt="1"/>
          </p:nvPr>
        </p:nvSpPr>
        <p:spPr>
          <a:xfrm>
            <a:off x="6290831"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2773322227"/>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Content and Four Image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6B14500C-BCB2-40E8-9060-1CAA1C399768}" type="datetime1">
              <a:rPr lang="en-GB" smtClean="0"/>
              <a:t>18/03/2026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5800"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Picture Placeholder 9">
            <a:extLst>
              <a:ext uri="{FF2B5EF4-FFF2-40B4-BE49-F238E27FC236}">
                <a16:creationId xmlns:a16="http://schemas.microsoft.com/office/drawing/2014/main" id="{74920982-7B93-FD28-69A5-DDD95FFDB982}"/>
              </a:ext>
            </a:extLst>
          </p:cNvPr>
          <p:cNvSpPr>
            <a:spLocks noGrp="1"/>
          </p:cNvSpPr>
          <p:nvPr>
            <p:ph type="pic" sz="quarter" idx="15"/>
          </p:nvPr>
        </p:nvSpPr>
        <p:spPr>
          <a:xfrm>
            <a:off x="4275880" y="327819"/>
            <a:ext cx="3744000" cy="2925000"/>
          </a:xfrm>
          <a:solidFill>
            <a:schemeClr val="bg1">
              <a:lumMod val="85000"/>
            </a:schemeClr>
          </a:solidFill>
        </p:spPr>
        <p:txBody>
          <a:bodyPr/>
          <a:lstStyle/>
          <a:p>
            <a:r>
              <a:rPr lang="en-GB"/>
              <a:t>Click icon to add picture</a:t>
            </a:r>
            <a:endParaRPr lang="en-US"/>
          </a:p>
        </p:txBody>
      </p:sp>
      <p:sp>
        <p:nvSpPr>
          <p:cNvPr id="7" name="Picture Placeholder 9">
            <a:extLst>
              <a:ext uri="{FF2B5EF4-FFF2-40B4-BE49-F238E27FC236}">
                <a16:creationId xmlns:a16="http://schemas.microsoft.com/office/drawing/2014/main" id="{4F7D26A6-576F-735A-7429-EDF64293F6F0}"/>
              </a:ext>
            </a:extLst>
          </p:cNvPr>
          <p:cNvSpPr>
            <a:spLocks noGrp="1"/>
          </p:cNvSpPr>
          <p:nvPr>
            <p:ph type="pic" sz="quarter" idx="16"/>
          </p:nvPr>
        </p:nvSpPr>
        <p:spPr>
          <a:xfrm>
            <a:off x="8122200" y="327819"/>
            <a:ext cx="3744000" cy="2925000"/>
          </a:xfrm>
          <a:solidFill>
            <a:schemeClr val="bg1">
              <a:lumMod val="85000"/>
            </a:schemeClr>
          </a:solidFill>
        </p:spPr>
        <p:txBody>
          <a:bodyPr/>
          <a:lstStyle/>
          <a:p>
            <a:r>
              <a:rPr lang="en-GB"/>
              <a:t>Click icon to add picture</a:t>
            </a:r>
            <a:endParaRPr lang="en-US"/>
          </a:p>
        </p:txBody>
      </p:sp>
      <p:sp>
        <p:nvSpPr>
          <p:cNvPr id="9" name="Subtitle 2">
            <a:extLst>
              <a:ext uri="{FF2B5EF4-FFF2-40B4-BE49-F238E27FC236}">
                <a16:creationId xmlns:a16="http://schemas.microsoft.com/office/drawing/2014/main" id="{CCAACF40-E2EE-B805-06BA-00FF4664A1A7}"/>
              </a:ext>
            </a:extLst>
          </p:cNvPr>
          <p:cNvSpPr>
            <a:spLocks noGrp="1"/>
          </p:cNvSpPr>
          <p:nvPr>
            <p:ph type="subTitle" idx="13"/>
          </p:nvPr>
        </p:nvSpPr>
        <p:spPr>
          <a:xfrm>
            <a:off x="325800" y="620196"/>
            <a:ext cx="3600000"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11" name="Title 10">
            <a:extLst>
              <a:ext uri="{FF2B5EF4-FFF2-40B4-BE49-F238E27FC236}">
                <a16:creationId xmlns:a16="http://schemas.microsoft.com/office/drawing/2014/main" id="{C0D226BA-B259-18A4-2510-39AFB57E076B}"/>
              </a:ext>
            </a:extLst>
          </p:cNvPr>
          <p:cNvSpPr>
            <a:spLocks noGrp="1"/>
          </p:cNvSpPr>
          <p:nvPr>
            <p:ph type="title"/>
          </p:nvPr>
        </p:nvSpPr>
        <p:spPr>
          <a:xfrm>
            <a:off x="325800" y="252000"/>
            <a:ext cx="3600000" cy="378044"/>
          </a:xfrm>
        </p:spPr>
        <p:txBody>
          <a:bodyPr/>
          <a:lstStyle/>
          <a:p>
            <a:r>
              <a:rPr lang="en-GB"/>
              <a:t>Click to edit Master title style</a:t>
            </a:r>
            <a:endParaRPr lang="en-US" dirty="0"/>
          </a:p>
        </p:txBody>
      </p:sp>
      <p:sp>
        <p:nvSpPr>
          <p:cNvPr id="15" name="Picture Placeholder 9">
            <a:extLst>
              <a:ext uri="{FF2B5EF4-FFF2-40B4-BE49-F238E27FC236}">
                <a16:creationId xmlns:a16="http://schemas.microsoft.com/office/drawing/2014/main" id="{820BEAE3-D117-6A35-4CA0-AD8A32FA8AD8}"/>
              </a:ext>
            </a:extLst>
          </p:cNvPr>
          <p:cNvSpPr>
            <a:spLocks noGrp="1"/>
          </p:cNvSpPr>
          <p:nvPr>
            <p:ph type="pic" sz="quarter" idx="17"/>
          </p:nvPr>
        </p:nvSpPr>
        <p:spPr>
          <a:xfrm>
            <a:off x="4275880" y="3336100"/>
            <a:ext cx="3744000" cy="2925000"/>
          </a:xfrm>
          <a:solidFill>
            <a:schemeClr val="bg1">
              <a:lumMod val="85000"/>
            </a:schemeClr>
          </a:solidFill>
        </p:spPr>
        <p:txBody>
          <a:bodyPr/>
          <a:lstStyle/>
          <a:p>
            <a:r>
              <a:rPr lang="en-GB"/>
              <a:t>Click icon to add picture</a:t>
            </a:r>
            <a:endParaRPr lang="en-US"/>
          </a:p>
        </p:txBody>
      </p:sp>
      <p:sp>
        <p:nvSpPr>
          <p:cNvPr id="16" name="Picture Placeholder 9">
            <a:extLst>
              <a:ext uri="{FF2B5EF4-FFF2-40B4-BE49-F238E27FC236}">
                <a16:creationId xmlns:a16="http://schemas.microsoft.com/office/drawing/2014/main" id="{A380118A-A6AE-E8BE-5470-901DF79D51DC}"/>
              </a:ext>
            </a:extLst>
          </p:cNvPr>
          <p:cNvSpPr>
            <a:spLocks noGrp="1"/>
          </p:cNvSpPr>
          <p:nvPr>
            <p:ph type="pic" sz="quarter" idx="18"/>
          </p:nvPr>
        </p:nvSpPr>
        <p:spPr>
          <a:xfrm>
            <a:off x="8122200" y="3336100"/>
            <a:ext cx="3744000" cy="2925000"/>
          </a:xfrm>
          <a:solidFill>
            <a:schemeClr val="bg1">
              <a:lumMod val="85000"/>
            </a:schemeClr>
          </a:solidFill>
        </p:spPr>
        <p:txBody>
          <a:bodyPr/>
          <a:lstStyle/>
          <a:p>
            <a:r>
              <a:rPr lang="en-GB"/>
              <a:t>Click icon to add picture</a:t>
            </a:r>
            <a:endParaRPr lang="en-US"/>
          </a:p>
        </p:txBody>
      </p:sp>
    </p:spTree>
    <p:extLst>
      <p:ext uri="{BB962C8B-B14F-4D97-AF65-F5344CB8AC3E}">
        <p14:creationId xmlns:p14="http://schemas.microsoft.com/office/powerpoint/2010/main" val="2465065361"/>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Content and Four Images Smok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CB28A259-D825-4CA9-9BE5-692823A2BE1D}" type="datetime1">
              <a:rPr lang="en-GB" smtClean="0"/>
              <a:t>18/03/2026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5800"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Picture Placeholder 9">
            <a:extLst>
              <a:ext uri="{FF2B5EF4-FFF2-40B4-BE49-F238E27FC236}">
                <a16:creationId xmlns:a16="http://schemas.microsoft.com/office/drawing/2014/main" id="{74920982-7B93-FD28-69A5-DDD95FFDB982}"/>
              </a:ext>
            </a:extLst>
          </p:cNvPr>
          <p:cNvSpPr>
            <a:spLocks noGrp="1"/>
          </p:cNvSpPr>
          <p:nvPr>
            <p:ph type="pic" sz="quarter" idx="15"/>
          </p:nvPr>
        </p:nvSpPr>
        <p:spPr>
          <a:xfrm>
            <a:off x="4275880" y="327819"/>
            <a:ext cx="3744000" cy="2925000"/>
          </a:xfrm>
          <a:solidFill>
            <a:schemeClr val="bg1">
              <a:lumMod val="85000"/>
            </a:schemeClr>
          </a:solidFill>
        </p:spPr>
        <p:txBody>
          <a:bodyPr/>
          <a:lstStyle/>
          <a:p>
            <a:r>
              <a:rPr lang="en-GB"/>
              <a:t>Click icon to add picture</a:t>
            </a:r>
            <a:endParaRPr lang="en-US"/>
          </a:p>
        </p:txBody>
      </p:sp>
      <p:sp>
        <p:nvSpPr>
          <p:cNvPr id="7" name="Picture Placeholder 9">
            <a:extLst>
              <a:ext uri="{FF2B5EF4-FFF2-40B4-BE49-F238E27FC236}">
                <a16:creationId xmlns:a16="http://schemas.microsoft.com/office/drawing/2014/main" id="{4F7D26A6-576F-735A-7429-EDF64293F6F0}"/>
              </a:ext>
            </a:extLst>
          </p:cNvPr>
          <p:cNvSpPr>
            <a:spLocks noGrp="1"/>
          </p:cNvSpPr>
          <p:nvPr>
            <p:ph type="pic" sz="quarter" idx="16"/>
          </p:nvPr>
        </p:nvSpPr>
        <p:spPr>
          <a:xfrm>
            <a:off x="8122200" y="327819"/>
            <a:ext cx="3744000" cy="2925000"/>
          </a:xfrm>
          <a:solidFill>
            <a:schemeClr val="bg1">
              <a:lumMod val="85000"/>
            </a:schemeClr>
          </a:solidFill>
        </p:spPr>
        <p:txBody>
          <a:bodyPr/>
          <a:lstStyle/>
          <a:p>
            <a:r>
              <a:rPr lang="en-GB"/>
              <a:t>Click icon to add picture</a:t>
            </a:r>
            <a:endParaRPr lang="en-US"/>
          </a:p>
        </p:txBody>
      </p:sp>
      <p:sp>
        <p:nvSpPr>
          <p:cNvPr id="9" name="Subtitle 2">
            <a:extLst>
              <a:ext uri="{FF2B5EF4-FFF2-40B4-BE49-F238E27FC236}">
                <a16:creationId xmlns:a16="http://schemas.microsoft.com/office/drawing/2014/main" id="{CCAACF40-E2EE-B805-06BA-00FF4664A1A7}"/>
              </a:ext>
            </a:extLst>
          </p:cNvPr>
          <p:cNvSpPr>
            <a:spLocks noGrp="1"/>
          </p:cNvSpPr>
          <p:nvPr>
            <p:ph type="subTitle" idx="13"/>
          </p:nvPr>
        </p:nvSpPr>
        <p:spPr>
          <a:xfrm>
            <a:off x="325800" y="620196"/>
            <a:ext cx="3600000"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11" name="Title 10">
            <a:extLst>
              <a:ext uri="{FF2B5EF4-FFF2-40B4-BE49-F238E27FC236}">
                <a16:creationId xmlns:a16="http://schemas.microsoft.com/office/drawing/2014/main" id="{C0D226BA-B259-18A4-2510-39AFB57E076B}"/>
              </a:ext>
            </a:extLst>
          </p:cNvPr>
          <p:cNvSpPr>
            <a:spLocks noGrp="1"/>
          </p:cNvSpPr>
          <p:nvPr>
            <p:ph type="title"/>
          </p:nvPr>
        </p:nvSpPr>
        <p:spPr>
          <a:xfrm>
            <a:off x="325800" y="252000"/>
            <a:ext cx="3600000" cy="378044"/>
          </a:xfrm>
        </p:spPr>
        <p:txBody>
          <a:bodyPr/>
          <a:lstStyle/>
          <a:p>
            <a:r>
              <a:rPr lang="en-GB"/>
              <a:t>Click to edit Master title style</a:t>
            </a:r>
            <a:endParaRPr lang="en-US" dirty="0"/>
          </a:p>
        </p:txBody>
      </p:sp>
      <p:sp>
        <p:nvSpPr>
          <p:cNvPr id="15" name="Picture Placeholder 9">
            <a:extLst>
              <a:ext uri="{FF2B5EF4-FFF2-40B4-BE49-F238E27FC236}">
                <a16:creationId xmlns:a16="http://schemas.microsoft.com/office/drawing/2014/main" id="{820BEAE3-D117-6A35-4CA0-AD8A32FA8AD8}"/>
              </a:ext>
            </a:extLst>
          </p:cNvPr>
          <p:cNvSpPr>
            <a:spLocks noGrp="1"/>
          </p:cNvSpPr>
          <p:nvPr>
            <p:ph type="pic" sz="quarter" idx="17"/>
          </p:nvPr>
        </p:nvSpPr>
        <p:spPr>
          <a:xfrm>
            <a:off x="4275880" y="3336100"/>
            <a:ext cx="3744000" cy="2925000"/>
          </a:xfrm>
          <a:solidFill>
            <a:schemeClr val="bg1">
              <a:lumMod val="85000"/>
            </a:schemeClr>
          </a:solidFill>
        </p:spPr>
        <p:txBody>
          <a:bodyPr/>
          <a:lstStyle/>
          <a:p>
            <a:r>
              <a:rPr lang="en-GB"/>
              <a:t>Click icon to add picture</a:t>
            </a:r>
            <a:endParaRPr lang="en-US"/>
          </a:p>
        </p:txBody>
      </p:sp>
      <p:sp>
        <p:nvSpPr>
          <p:cNvPr id="16" name="Picture Placeholder 9">
            <a:extLst>
              <a:ext uri="{FF2B5EF4-FFF2-40B4-BE49-F238E27FC236}">
                <a16:creationId xmlns:a16="http://schemas.microsoft.com/office/drawing/2014/main" id="{A380118A-A6AE-E8BE-5470-901DF79D51DC}"/>
              </a:ext>
            </a:extLst>
          </p:cNvPr>
          <p:cNvSpPr>
            <a:spLocks noGrp="1"/>
          </p:cNvSpPr>
          <p:nvPr>
            <p:ph type="pic" sz="quarter" idx="18"/>
          </p:nvPr>
        </p:nvSpPr>
        <p:spPr>
          <a:xfrm>
            <a:off x="8122200" y="3336100"/>
            <a:ext cx="3744000" cy="2925000"/>
          </a:xfrm>
          <a:solidFill>
            <a:schemeClr val="bg1">
              <a:lumMod val="85000"/>
            </a:schemeClr>
          </a:solidFill>
        </p:spPr>
        <p:txBody>
          <a:bodyPr/>
          <a:lstStyle/>
          <a:p>
            <a:r>
              <a:rPr lang="en-GB"/>
              <a:t>Click icon to add picture</a:t>
            </a:r>
            <a:endParaRPr lang="en-US"/>
          </a:p>
        </p:txBody>
      </p:sp>
    </p:spTree>
    <p:extLst>
      <p:ext uri="{BB962C8B-B14F-4D97-AF65-F5344CB8AC3E}">
        <p14:creationId xmlns:p14="http://schemas.microsoft.com/office/powerpoint/2010/main" val="2293569060"/>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Content and Four Images Khaki">
    <p:bg>
      <p:bgPr>
        <a:solidFill>
          <a:srgbClr val="FBF7DC"/>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C0626D6A-358F-4DDB-BCDA-E2EB5AFDAD9F}" type="datetime1">
              <a:rPr lang="en-GB" smtClean="0"/>
              <a:t>18/03/2026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5800"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Picture Placeholder 9">
            <a:extLst>
              <a:ext uri="{FF2B5EF4-FFF2-40B4-BE49-F238E27FC236}">
                <a16:creationId xmlns:a16="http://schemas.microsoft.com/office/drawing/2014/main" id="{74920982-7B93-FD28-69A5-DDD95FFDB982}"/>
              </a:ext>
            </a:extLst>
          </p:cNvPr>
          <p:cNvSpPr>
            <a:spLocks noGrp="1"/>
          </p:cNvSpPr>
          <p:nvPr>
            <p:ph type="pic" sz="quarter" idx="15"/>
          </p:nvPr>
        </p:nvSpPr>
        <p:spPr>
          <a:xfrm>
            <a:off x="4275880" y="327819"/>
            <a:ext cx="3744000" cy="2925000"/>
          </a:xfrm>
          <a:solidFill>
            <a:schemeClr val="bg1">
              <a:lumMod val="85000"/>
            </a:schemeClr>
          </a:solidFill>
        </p:spPr>
        <p:txBody>
          <a:bodyPr/>
          <a:lstStyle/>
          <a:p>
            <a:r>
              <a:rPr lang="en-GB"/>
              <a:t>Click icon to add picture</a:t>
            </a:r>
            <a:endParaRPr lang="en-US"/>
          </a:p>
        </p:txBody>
      </p:sp>
      <p:sp>
        <p:nvSpPr>
          <p:cNvPr id="7" name="Picture Placeholder 9">
            <a:extLst>
              <a:ext uri="{FF2B5EF4-FFF2-40B4-BE49-F238E27FC236}">
                <a16:creationId xmlns:a16="http://schemas.microsoft.com/office/drawing/2014/main" id="{4F7D26A6-576F-735A-7429-EDF64293F6F0}"/>
              </a:ext>
            </a:extLst>
          </p:cNvPr>
          <p:cNvSpPr>
            <a:spLocks noGrp="1"/>
          </p:cNvSpPr>
          <p:nvPr>
            <p:ph type="pic" sz="quarter" idx="16"/>
          </p:nvPr>
        </p:nvSpPr>
        <p:spPr>
          <a:xfrm>
            <a:off x="8122200" y="327819"/>
            <a:ext cx="3744000" cy="2925000"/>
          </a:xfrm>
          <a:solidFill>
            <a:schemeClr val="bg1">
              <a:lumMod val="85000"/>
            </a:schemeClr>
          </a:solidFill>
        </p:spPr>
        <p:txBody>
          <a:bodyPr/>
          <a:lstStyle/>
          <a:p>
            <a:r>
              <a:rPr lang="en-GB"/>
              <a:t>Click icon to add picture</a:t>
            </a:r>
            <a:endParaRPr lang="en-US"/>
          </a:p>
        </p:txBody>
      </p:sp>
      <p:sp>
        <p:nvSpPr>
          <p:cNvPr id="9" name="Subtitle 2">
            <a:extLst>
              <a:ext uri="{FF2B5EF4-FFF2-40B4-BE49-F238E27FC236}">
                <a16:creationId xmlns:a16="http://schemas.microsoft.com/office/drawing/2014/main" id="{CCAACF40-E2EE-B805-06BA-00FF4664A1A7}"/>
              </a:ext>
            </a:extLst>
          </p:cNvPr>
          <p:cNvSpPr>
            <a:spLocks noGrp="1"/>
          </p:cNvSpPr>
          <p:nvPr>
            <p:ph type="subTitle" idx="13"/>
          </p:nvPr>
        </p:nvSpPr>
        <p:spPr>
          <a:xfrm>
            <a:off x="325800" y="620196"/>
            <a:ext cx="3600000"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11" name="Title 10">
            <a:extLst>
              <a:ext uri="{FF2B5EF4-FFF2-40B4-BE49-F238E27FC236}">
                <a16:creationId xmlns:a16="http://schemas.microsoft.com/office/drawing/2014/main" id="{C0D226BA-B259-18A4-2510-39AFB57E076B}"/>
              </a:ext>
            </a:extLst>
          </p:cNvPr>
          <p:cNvSpPr>
            <a:spLocks noGrp="1"/>
          </p:cNvSpPr>
          <p:nvPr>
            <p:ph type="title"/>
          </p:nvPr>
        </p:nvSpPr>
        <p:spPr>
          <a:xfrm>
            <a:off x="325800" y="252000"/>
            <a:ext cx="3600000" cy="378044"/>
          </a:xfrm>
        </p:spPr>
        <p:txBody>
          <a:bodyPr/>
          <a:lstStyle/>
          <a:p>
            <a:r>
              <a:rPr lang="en-GB"/>
              <a:t>Click to edit Master title style</a:t>
            </a:r>
            <a:endParaRPr lang="en-US" dirty="0"/>
          </a:p>
        </p:txBody>
      </p:sp>
      <p:sp>
        <p:nvSpPr>
          <p:cNvPr id="15" name="Picture Placeholder 9">
            <a:extLst>
              <a:ext uri="{FF2B5EF4-FFF2-40B4-BE49-F238E27FC236}">
                <a16:creationId xmlns:a16="http://schemas.microsoft.com/office/drawing/2014/main" id="{820BEAE3-D117-6A35-4CA0-AD8A32FA8AD8}"/>
              </a:ext>
            </a:extLst>
          </p:cNvPr>
          <p:cNvSpPr>
            <a:spLocks noGrp="1"/>
          </p:cNvSpPr>
          <p:nvPr>
            <p:ph type="pic" sz="quarter" idx="17"/>
          </p:nvPr>
        </p:nvSpPr>
        <p:spPr>
          <a:xfrm>
            <a:off x="4275880" y="3336100"/>
            <a:ext cx="3744000" cy="2925000"/>
          </a:xfrm>
          <a:solidFill>
            <a:schemeClr val="bg1">
              <a:lumMod val="85000"/>
            </a:schemeClr>
          </a:solidFill>
        </p:spPr>
        <p:txBody>
          <a:bodyPr/>
          <a:lstStyle/>
          <a:p>
            <a:r>
              <a:rPr lang="en-GB"/>
              <a:t>Click icon to add picture</a:t>
            </a:r>
            <a:endParaRPr lang="en-US"/>
          </a:p>
        </p:txBody>
      </p:sp>
      <p:sp>
        <p:nvSpPr>
          <p:cNvPr id="16" name="Picture Placeholder 9">
            <a:extLst>
              <a:ext uri="{FF2B5EF4-FFF2-40B4-BE49-F238E27FC236}">
                <a16:creationId xmlns:a16="http://schemas.microsoft.com/office/drawing/2014/main" id="{A380118A-A6AE-E8BE-5470-901DF79D51DC}"/>
              </a:ext>
            </a:extLst>
          </p:cNvPr>
          <p:cNvSpPr>
            <a:spLocks noGrp="1"/>
          </p:cNvSpPr>
          <p:nvPr>
            <p:ph type="pic" sz="quarter" idx="18"/>
          </p:nvPr>
        </p:nvSpPr>
        <p:spPr>
          <a:xfrm>
            <a:off x="8122200" y="3336100"/>
            <a:ext cx="3744000" cy="2925000"/>
          </a:xfrm>
          <a:solidFill>
            <a:schemeClr val="bg1">
              <a:lumMod val="85000"/>
            </a:schemeClr>
          </a:solidFill>
        </p:spPr>
        <p:txBody>
          <a:bodyPr/>
          <a:lstStyle/>
          <a:p>
            <a:r>
              <a:rPr lang="en-GB"/>
              <a:t>Click icon to add picture</a:t>
            </a:r>
            <a:endParaRPr lang="en-US"/>
          </a:p>
        </p:txBody>
      </p:sp>
    </p:spTree>
    <p:extLst>
      <p:ext uri="{BB962C8B-B14F-4D97-AF65-F5344CB8AC3E}">
        <p14:creationId xmlns:p14="http://schemas.microsoft.com/office/powerpoint/2010/main" val="3863226118"/>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Content and Nine Image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D56AC18A-16DA-46BB-8B59-89D596B68F0C}" type="datetime1">
              <a:rPr lang="en-GB" smtClean="0"/>
              <a:t>18/03/2026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5800"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Picture Placeholder 9">
            <a:extLst>
              <a:ext uri="{FF2B5EF4-FFF2-40B4-BE49-F238E27FC236}">
                <a16:creationId xmlns:a16="http://schemas.microsoft.com/office/drawing/2014/main" id="{74920982-7B93-FD28-69A5-DDD95FFDB982}"/>
              </a:ext>
            </a:extLst>
          </p:cNvPr>
          <p:cNvSpPr>
            <a:spLocks noGrp="1"/>
          </p:cNvSpPr>
          <p:nvPr>
            <p:ph type="pic" sz="quarter" idx="15"/>
          </p:nvPr>
        </p:nvSpPr>
        <p:spPr>
          <a:xfrm>
            <a:off x="4275880" y="327028"/>
            <a:ext cx="2466000" cy="1926000"/>
          </a:xfrm>
          <a:solidFill>
            <a:schemeClr val="bg1">
              <a:lumMod val="85000"/>
            </a:schemeClr>
          </a:solidFill>
        </p:spPr>
        <p:txBody>
          <a:bodyPr/>
          <a:lstStyle/>
          <a:p>
            <a:r>
              <a:rPr lang="en-GB"/>
              <a:t>Click icon to add picture</a:t>
            </a:r>
            <a:endParaRPr lang="en-US"/>
          </a:p>
        </p:txBody>
      </p:sp>
      <p:sp>
        <p:nvSpPr>
          <p:cNvPr id="7" name="Picture Placeholder 9">
            <a:extLst>
              <a:ext uri="{FF2B5EF4-FFF2-40B4-BE49-F238E27FC236}">
                <a16:creationId xmlns:a16="http://schemas.microsoft.com/office/drawing/2014/main" id="{4F7D26A6-576F-735A-7429-EDF64293F6F0}"/>
              </a:ext>
            </a:extLst>
          </p:cNvPr>
          <p:cNvSpPr>
            <a:spLocks noGrp="1"/>
          </p:cNvSpPr>
          <p:nvPr>
            <p:ph type="pic" sz="quarter" idx="16"/>
          </p:nvPr>
        </p:nvSpPr>
        <p:spPr>
          <a:xfrm>
            <a:off x="6838040" y="327028"/>
            <a:ext cx="2466000" cy="1926000"/>
          </a:xfrm>
          <a:solidFill>
            <a:schemeClr val="bg1">
              <a:lumMod val="85000"/>
            </a:schemeClr>
          </a:solidFill>
        </p:spPr>
        <p:txBody>
          <a:bodyPr/>
          <a:lstStyle/>
          <a:p>
            <a:r>
              <a:rPr lang="en-GB"/>
              <a:t>Click icon to add picture</a:t>
            </a:r>
            <a:endParaRPr lang="en-US"/>
          </a:p>
        </p:txBody>
      </p:sp>
      <p:sp>
        <p:nvSpPr>
          <p:cNvPr id="9" name="Subtitle 2">
            <a:extLst>
              <a:ext uri="{FF2B5EF4-FFF2-40B4-BE49-F238E27FC236}">
                <a16:creationId xmlns:a16="http://schemas.microsoft.com/office/drawing/2014/main" id="{CCAACF40-E2EE-B805-06BA-00FF4664A1A7}"/>
              </a:ext>
            </a:extLst>
          </p:cNvPr>
          <p:cNvSpPr>
            <a:spLocks noGrp="1"/>
          </p:cNvSpPr>
          <p:nvPr>
            <p:ph type="subTitle" idx="13"/>
          </p:nvPr>
        </p:nvSpPr>
        <p:spPr>
          <a:xfrm>
            <a:off x="325800" y="620196"/>
            <a:ext cx="3600000"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11" name="Title 10">
            <a:extLst>
              <a:ext uri="{FF2B5EF4-FFF2-40B4-BE49-F238E27FC236}">
                <a16:creationId xmlns:a16="http://schemas.microsoft.com/office/drawing/2014/main" id="{C0D226BA-B259-18A4-2510-39AFB57E076B}"/>
              </a:ext>
            </a:extLst>
          </p:cNvPr>
          <p:cNvSpPr>
            <a:spLocks noGrp="1"/>
          </p:cNvSpPr>
          <p:nvPr>
            <p:ph type="title"/>
          </p:nvPr>
        </p:nvSpPr>
        <p:spPr>
          <a:xfrm>
            <a:off x="325800" y="252000"/>
            <a:ext cx="3600000" cy="378044"/>
          </a:xfrm>
        </p:spPr>
        <p:txBody>
          <a:bodyPr/>
          <a:lstStyle/>
          <a:p>
            <a:r>
              <a:rPr lang="en-GB"/>
              <a:t>Click to edit Master title style</a:t>
            </a:r>
            <a:endParaRPr lang="en-US"/>
          </a:p>
        </p:txBody>
      </p:sp>
      <p:sp>
        <p:nvSpPr>
          <p:cNvPr id="2" name="Picture Placeholder 9">
            <a:extLst>
              <a:ext uri="{FF2B5EF4-FFF2-40B4-BE49-F238E27FC236}">
                <a16:creationId xmlns:a16="http://schemas.microsoft.com/office/drawing/2014/main" id="{3BF8A661-BC32-12AC-2F2D-D852D8FEEC19}"/>
              </a:ext>
            </a:extLst>
          </p:cNvPr>
          <p:cNvSpPr>
            <a:spLocks noGrp="1"/>
          </p:cNvSpPr>
          <p:nvPr>
            <p:ph type="pic" sz="quarter" idx="17"/>
          </p:nvPr>
        </p:nvSpPr>
        <p:spPr>
          <a:xfrm>
            <a:off x="9400200" y="327028"/>
            <a:ext cx="2466000" cy="1926000"/>
          </a:xfrm>
          <a:solidFill>
            <a:schemeClr val="bg1">
              <a:lumMod val="85000"/>
            </a:schemeClr>
          </a:solidFill>
        </p:spPr>
        <p:txBody>
          <a:bodyPr/>
          <a:lstStyle/>
          <a:p>
            <a:r>
              <a:rPr lang="en-GB"/>
              <a:t>Click icon to add picture</a:t>
            </a:r>
            <a:endParaRPr lang="en-US"/>
          </a:p>
        </p:txBody>
      </p:sp>
      <p:sp>
        <p:nvSpPr>
          <p:cNvPr id="6" name="Picture Placeholder 9">
            <a:extLst>
              <a:ext uri="{FF2B5EF4-FFF2-40B4-BE49-F238E27FC236}">
                <a16:creationId xmlns:a16="http://schemas.microsoft.com/office/drawing/2014/main" id="{424D9351-99D0-9E5B-7115-9BACEF47F4E4}"/>
              </a:ext>
            </a:extLst>
          </p:cNvPr>
          <p:cNvSpPr>
            <a:spLocks noGrp="1"/>
          </p:cNvSpPr>
          <p:nvPr>
            <p:ph type="pic" sz="quarter" idx="18"/>
          </p:nvPr>
        </p:nvSpPr>
        <p:spPr>
          <a:xfrm>
            <a:off x="4275880" y="2331064"/>
            <a:ext cx="2466000" cy="1926000"/>
          </a:xfrm>
          <a:solidFill>
            <a:schemeClr val="bg1">
              <a:lumMod val="85000"/>
            </a:schemeClr>
          </a:solidFill>
        </p:spPr>
        <p:txBody>
          <a:bodyPr/>
          <a:lstStyle/>
          <a:p>
            <a:r>
              <a:rPr lang="en-GB"/>
              <a:t>Click icon to add picture</a:t>
            </a:r>
            <a:endParaRPr lang="en-US"/>
          </a:p>
        </p:txBody>
      </p:sp>
      <p:sp>
        <p:nvSpPr>
          <p:cNvPr id="12" name="Picture Placeholder 9">
            <a:extLst>
              <a:ext uri="{FF2B5EF4-FFF2-40B4-BE49-F238E27FC236}">
                <a16:creationId xmlns:a16="http://schemas.microsoft.com/office/drawing/2014/main" id="{7E1A1E6C-1250-255D-C128-8D998573C34C}"/>
              </a:ext>
            </a:extLst>
          </p:cNvPr>
          <p:cNvSpPr>
            <a:spLocks noGrp="1"/>
          </p:cNvSpPr>
          <p:nvPr>
            <p:ph type="pic" sz="quarter" idx="19"/>
          </p:nvPr>
        </p:nvSpPr>
        <p:spPr>
          <a:xfrm>
            <a:off x="6838040" y="2331000"/>
            <a:ext cx="2466000" cy="1926000"/>
          </a:xfrm>
          <a:solidFill>
            <a:schemeClr val="bg1">
              <a:lumMod val="85000"/>
            </a:schemeClr>
          </a:solidFill>
        </p:spPr>
        <p:txBody>
          <a:bodyPr/>
          <a:lstStyle/>
          <a:p>
            <a:r>
              <a:rPr lang="en-GB"/>
              <a:t>Click icon to add picture</a:t>
            </a:r>
            <a:endParaRPr lang="en-US"/>
          </a:p>
        </p:txBody>
      </p:sp>
      <p:sp>
        <p:nvSpPr>
          <p:cNvPr id="13" name="Picture Placeholder 9">
            <a:extLst>
              <a:ext uri="{FF2B5EF4-FFF2-40B4-BE49-F238E27FC236}">
                <a16:creationId xmlns:a16="http://schemas.microsoft.com/office/drawing/2014/main" id="{707F7AF8-8070-56D1-C887-AB07C4710C1B}"/>
              </a:ext>
            </a:extLst>
          </p:cNvPr>
          <p:cNvSpPr>
            <a:spLocks noGrp="1"/>
          </p:cNvSpPr>
          <p:nvPr>
            <p:ph type="pic" sz="quarter" idx="20"/>
          </p:nvPr>
        </p:nvSpPr>
        <p:spPr>
          <a:xfrm>
            <a:off x="9400200" y="2331000"/>
            <a:ext cx="2466000" cy="1926000"/>
          </a:xfrm>
          <a:solidFill>
            <a:schemeClr val="bg1">
              <a:lumMod val="85000"/>
            </a:schemeClr>
          </a:solidFill>
        </p:spPr>
        <p:txBody>
          <a:bodyPr/>
          <a:lstStyle/>
          <a:p>
            <a:r>
              <a:rPr lang="en-GB"/>
              <a:t>Click icon to add picture</a:t>
            </a:r>
            <a:endParaRPr lang="en-US"/>
          </a:p>
        </p:txBody>
      </p:sp>
      <p:sp>
        <p:nvSpPr>
          <p:cNvPr id="14" name="Picture Placeholder 9">
            <a:extLst>
              <a:ext uri="{FF2B5EF4-FFF2-40B4-BE49-F238E27FC236}">
                <a16:creationId xmlns:a16="http://schemas.microsoft.com/office/drawing/2014/main" id="{DCCCE168-E156-6A02-DEEC-8F9AC2E8B010}"/>
              </a:ext>
            </a:extLst>
          </p:cNvPr>
          <p:cNvSpPr>
            <a:spLocks noGrp="1"/>
          </p:cNvSpPr>
          <p:nvPr>
            <p:ph type="pic" sz="quarter" idx="21"/>
          </p:nvPr>
        </p:nvSpPr>
        <p:spPr>
          <a:xfrm>
            <a:off x="4275880" y="4335100"/>
            <a:ext cx="2466000" cy="1926000"/>
          </a:xfrm>
          <a:solidFill>
            <a:schemeClr val="bg1">
              <a:lumMod val="85000"/>
            </a:schemeClr>
          </a:solidFill>
        </p:spPr>
        <p:txBody>
          <a:bodyPr/>
          <a:lstStyle/>
          <a:p>
            <a:r>
              <a:rPr lang="en-GB"/>
              <a:t>Click icon to add picture</a:t>
            </a:r>
            <a:endParaRPr lang="en-US"/>
          </a:p>
        </p:txBody>
      </p:sp>
      <p:sp>
        <p:nvSpPr>
          <p:cNvPr id="17" name="Picture Placeholder 9">
            <a:extLst>
              <a:ext uri="{FF2B5EF4-FFF2-40B4-BE49-F238E27FC236}">
                <a16:creationId xmlns:a16="http://schemas.microsoft.com/office/drawing/2014/main" id="{935D5F28-4EFB-7DB6-B73E-ECA9F671D622}"/>
              </a:ext>
            </a:extLst>
          </p:cNvPr>
          <p:cNvSpPr>
            <a:spLocks noGrp="1"/>
          </p:cNvSpPr>
          <p:nvPr>
            <p:ph type="pic" sz="quarter" idx="22"/>
          </p:nvPr>
        </p:nvSpPr>
        <p:spPr>
          <a:xfrm>
            <a:off x="6838040" y="4335100"/>
            <a:ext cx="2466000" cy="1926000"/>
          </a:xfrm>
          <a:solidFill>
            <a:schemeClr val="bg1">
              <a:lumMod val="85000"/>
            </a:schemeClr>
          </a:solidFill>
        </p:spPr>
        <p:txBody>
          <a:bodyPr/>
          <a:lstStyle/>
          <a:p>
            <a:r>
              <a:rPr lang="en-GB"/>
              <a:t>Click icon to add picture</a:t>
            </a:r>
            <a:endParaRPr lang="en-US"/>
          </a:p>
        </p:txBody>
      </p:sp>
      <p:sp>
        <p:nvSpPr>
          <p:cNvPr id="18" name="Picture Placeholder 9">
            <a:extLst>
              <a:ext uri="{FF2B5EF4-FFF2-40B4-BE49-F238E27FC236}">
                <a16:creationId xmlns:a16="http://schemas.microsoft.com/office/drawing/2014/main" id="{EBE80ECC-3276-2379-3DA7-E599F908B356}"/>
              </a:ext>
            </a:extLst>
          </p:cNvPr>
          <p:cNvSpPr>
            <a:spLocks noGrp="1"/>
          </p:cNvSpPr>
          <p:nvPr>
            <p:ph type="pic" sz="quarter" idx="23"/>
          </p:nvPr>
        </p:nvSpPr>
        <p:spPr>
          <a:xfrm>
            <a:off x="9400200" y="4335100"/>
            <a:ext cx="2466000" cy="1926000"/>
          </a:xfrm>
          <a:solidFill>
            <a:schemeClr val="bg1">
              <a:lumMod val="85000"/>
            </a:schemeClr>
          </a:solidFill>
        </p:spPr>
        <p:txBody>
          <a:bodyPr/>
          <a:lstStyle/>
          <a:p>
            <a:r>
              <a:rPr lang="en-GB"/>
              <a:t>Click icon to add picture</a:t>
            </a:r>
            <a:endParaRPr lang="en-US"/>
          </a:p>
        </p:txBody>
      </p:sp>
    </p:spTree>
    <p:extLst>
      <p:ext uri="{BB962C8B-B14F-4D97-AF65-F5344CB8AC3E}">
        <p14:creationId xmlns:p14="http://schemas.microsoft.com/office/powerpoint/2010/main" val="1200704966"/>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Content and Nine Images Smok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D7793059-FF22-4183-894C-405A0472E9A7}" type="datetime1">
              <a:rPr lang="en-GB" smtClean="0"/>
              <a:t>18/03/2026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5800"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Picture Placeholder 9">
            <a:extLst>
              <a:ext uri="{FF2B5EF4-FFF2-40B4-BE49-F238E27FC236}">
                <a16:creationId xmlns:a16="http://schemas.microsoft.com/office/drawing/2014/main" id="{74920982-7B93-FD28-69A5-DDD95FFDB982}"/>
              </a:ext>
            </a:extLst>
          </p:cNvPr>
          <p:cNvSpPr>
            <a:spLocks noGrp="1"/>
          </p:cNvSpPr>
          <p:nvPr>
            <p:ph type="pic" sz="quarter" idx="15"/>
          </p:nvPr>
        </p:nvSpPr>
        <p:spPr>
          <a:xfrm>
            <a:off x="4275880" y="327028"/>
            <a:ext cx="2466000" cy="1926000"/>
          </a:xfrm>
          <a:solidFill>
            <a:schemeClr val="bg1">
              <a:lumMod val="85000"/>
            </a:schemeClr>
          </a:solidFill>
        </p:spPr>
        <p:txBody>
          <a:bodyPr/>
          <a:lstStyle/>
          <a:p>
            <a:r>
              <a:rPr lang="en-GB"/>
              <a:t>Click icon to add picture</a:t>
            </a:r>
            <a:endParaRPr lang="en-US"/>
          </a:p>
        </p:txBody>
      </p:sp>
      <p:sp>
        <p:nvSpPr>
          <p:cNvPr id="7" name="Picture Placeholder 9">
            <a:extLst>
              <a:ext uri="{FF2B5EF4-FFF2-40B4-BE49-F238E27FC236}">
                <a16:creationId xmlns:a16="http://schemas.microsoft.com/office/drawing/2014/main" id="{4F7D26A6-576F-735A-7429-EDF64293F6F0}"/>
              </a:ext>
            </a:extLst>
          </p:cNvPr>
          <p:cNvSpPr>
            <a:spLocks noGrp="1"/>
          </p:cNvSpPr>
          <p:nvPr>
            <p:ph type="pic" sz="quarter" idx="16"/>
          </p:nvPr>
        </p:nvSpPr>
        <p:spPr>
          <a:xfrm>
            <a:off x="6838040" y="327028"/>
            <a:ext cx="2466000" cy="1926000"/>
          </a:xfrm>
          <a:solidFill>
            <a:schemeClr val="bg1">
              <a:lumMod val="85000"/>
            </a:schemeClr>
          </a:solidFill>
        </p:spPr>
        <p:txBody>
          <a:bodyPr/>
          <a:lstStyle/>
          <a:p>
            <a:r>
              <a:rPr lang="en-GB"/>
              <a:t>Click icon to add picture</a:t>
            </a:r>
            <a:endParaRPr lang="en-US"/>
          </a:p>
        </p:txBody>
      </p:sp>
      <p:sp>
        <p:nvSpPr>
          <p:cNvPr id="9" name="Subtitle 2">
            <a:extLst>
              <a:ext uri="{FF2B5EF4-FFF2-40B4-BE49-F238E27FC236}">
                <a16:creationId xmlns:a16="http://schemas.microsoft.com/office/drawing/2014/main" id="{CCAACF40-E2EE-B805-06BA-00FF4664A1A7}"/>
              </a:ext>
            </a:extLst>
          </p:cNvPr>
          <p:cNvSpPr>
            <a:spLocks noGrp="1"/>
          </p:cNvSpPr>
          <p:nvPr>
            <p:ph type="subTitle" idx="13"/>
          </p:nvPr>
        </p:nvSpPr>
        <p:spPr>
          <a:xfrm>
            <a:off x="325800" y="620196"/>
            <a:ext cx="3600000"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11" name="Title 10">
            <a:extLst>
              <a:ext uri="{FF2B5EF4-FFF2-40B4-BE49-F238E27FC236}">
                <a16:creationId xmlns:a16="http://schemas.microsoft.com/office/drawing/2014/main" id="{C0D226BA-B259-18A4-2510-39AFB57E076B}"/>
              </a:ext>
            </a:extLst>
          </p:cNvPr>
          <p:cNvSpPr>
            <a:spLocks noGrp="1"/>
          </p:cNvSpPr>
          <p:nvPr>
            <p:ph type="title"/>
          </p:nvPr>
        </p:nvSpPr>
        <p:spPr>
          <a:xfrm>
            <a:off x="325800" y="252000"/>
            <a:ext cx="3600000" cy="378044"/>
          </a:xfrm>
        </p:spPr>
        <p:txBody>
          <a:bodyPr/>
          <a:lstStyle/>
          <a:p>
            <a:r>
              <a:rPr lang="en-GB"/>
              <a:t>Click to edit Master title style</a:t>
            </a:r>
            <a:endParaRPr lang="en-US"/>
          </a:p>
        </p:txBody>
      </p:sp>
      <p:sp>
        <p:nvSpPr>
          <p:cNvPr id="2" name="Picture Placeholder 9">
            <a:extLst>
              <a:ext uri="{FF2B5EF4-FFF2-40B4-BE49-F238E27FC236}">
                <a16:creationId xmlns:a16="http://schemas.microsoft.com/office/drawing/2014/main" id="{3BF8A661-BC32-12AC-2F2D-D852D8FEEC19}"/>
              </a:ext>
            </a:extLst>
          </p:cNvPr>
          <p:cNvSpPr>
            <a:spLocks noGrp="1"/>
          </p:cNvSpPr>
          <p:nvPr>
            <p:ph type="pic" sz="quarter" idx="17"/>
          </p:nvPr>
        </p:nvSpPr>
        <p:spPr>
          <a:xfrm>
            <a:off x="9400200" y="327028"/>
            <a:ext cx="2466000" cy="1926000"/>
          </a:xfrm>
          <a:solidFill>
            <a:schemeClr val="bg1">
              <a:lumMod val="85000"/>
            </a:schemeClr>
          </a:solidFill>
        </p:spPr>
        <p:txBody>
          <a:bodyPr/>
          <a:lstStyle/>
          <a:p>
            <a:r>
              <a:rPr lang="en-GB"/>
              <a:t>Click icon to add picture</a:t>
            </a:r>
            <a:endParaRPr lang="en-US"/>
          </a:p>
        </p:txBody>
      </p:sp>
      <p:sp>
        <p:nvSpPr>
          <p:cNvPr id="6" name="Picture Placeholder 9">
            <a:extLst>
              <a:ext uri="{FF2B5EF4-FFF2-40B4-BE49-F238E27FC236}">
                <a16:creationId xmlns:a16="http://schemas.microsoft.com/office/drawing/2014/main" id="{424D9351-99D0-9E5B-7115-9BACEF47F4E4}"/>
              </a:ext>
            </a:extLst>
          </p:cNvPr>
          <p:cNvSpPr>
            <a:spLocks noGrp="1"/>
          </p:cNvSpPr>
          <p:nvPr>
            <p:ph type="pic" sz="quarter" idx="18"/>
          </p:nvPr>
        </p:nvSpPr>
        <p:spPr>
          <a:xfrm>
            <a:off x="4275880" y="2331064"/>
            <a:ext cx="2466000" cy="1926000"/>
          </a:xfrm>
          <a:solidFill>
            <a:schemeClr val="bg1">
              <a:lumMod val="85000"/>
            </a:schemeClr>
          </a:solidFill>
        </p:spPr>
        <p:txBody>
          <a:bodyPr/>
          <a:lstStyle/>
          <a:p>
            <a:r>
              <a:rPr lang="en-GB"/>
              <a:t>Click icon to add picture</a:t>
            </a:r>
            <a:endParaRPr lang="en-US"/>
          </a:p>
        </p:txBody>
      </p:sp>
      <p:sp>
        <p:nvSpPr>
          <p:cNvPr id="12" name="Picture Placeholder 9">
            <a:extLst>
              <a:ext uri="{FF2B5EF4-FFF2-40B4-BE49-F238E27FC236}">
                <a16:creationId xmlns:a16="http://schemas.microsoft.com/office/drawing/2014/main" id="{7E1A1E6C-1250-255D-C128-8D998573C34C}"/>
              </a:ext>
            </a:extLst>
          </p:cNvPr>
          <p:cNvSpPr>
            <a:spLocks noGrp="1"/>
          </p:cNvSpPr>
          <p:nvPr>
            <p:ph type="pic" sz="quarter" idx="19"/>
          </p:nvPr>
        </p:nvSpPr>
        <p:spPr>
          <a:xfrm>
            <a:off x="6838040" y="2331000"/>
            <a:ext cx="2466000" cy="1926000"/>
          </a:xfrm>
          <a:solidFill>
            <a:schemeClr val="bg1">
              <a:lumMod val="85000"/>
            </a:schemeClr>
          </a:solidFill>
        </p:spPr>
        <p:txBody>
          <a:bodyPr/>
          <a:lstStyle/>
          <a:p>
            <a:r>
              <a:rPr lang="en-GB"/>
              <a:t>Click icon to add picture</a:t>
            </a:r>
            <a:endParaRPr lang="en-US"/>
          </a:p>
        </p:txBody>
      </p:sp>
      <p:sp>
        <p:nvSpPr>
          <p:cNvPr id="13" name="Picture Placeholder 9">
            <a:extLst>
              <a:ext uri="{FF2B5EF4-FFF2-40B4-BE49-F238E27FC236}">
                <a16:creationId xmlns:a16="http://schemas.microsoft.com/office/drawing/2014/main" id="{707F7AF8-8070-56D1-C887-AB07C4710C1B}"/>
              </a:ext>
            </a:extLst>
          </p:cNvPr>
          <p:cNvSpPr>
            <a:spLocks noGrp="1"/>
          </p:cNvSpPr>
          <p:nvPr>
            <p:ph type="pic" sz="quarter" idx="20"/>
          </p:nvPr>
        </p:nvSpPr>
        <p:spPr>
          <a:xfrm>
            <a:off x="9400200" y="2331000"/>
            <a:ext cx="2466000" cy="1926000"/>
          </a:xfrm>
          <a:solidFill>
            <a:schemeClr val="bg1">
              <a:lumMod val="85000"/>
            </a:schemeClr>
          </a:solidFill>
        </p:spPr>
        <p:txBody>
          <a:bodyPr/>
          <a:lstStyle/>
          <a:p>
            <a:r>
              <a:rPr lang="en-GB"/>
              <a:t>Click icon to add picture</a:t>
            </a:r>
            <a:endParaRPr lang="en-US"/>
          </a:p>
        </p:txBody>
      </p:sp>
      <p:sp>
        <p:nvSpPr>
          <p:cNvPr id="14" name="Picture Placeholder 9">
            <a:extLst>
              <a:ext uri="{FF2B5EF4-FFF2-40B4-BE49-F238E27FC236}">
                <a16:creationId xmlns:a16="http://schemas.microsoft.com/office/drawing/2014/main" id="{DCCCE168-E156-6A02-DEEC-8F9AC2E8B010}"/>
              </a:ext>
            </a:extLst>
          </p:cNvPr>
          <p:cNvSpPr>
            <a:spLocks noGrp="1"/>
          </p:cNvSpPr>
          <p:nvPr>
            <p:ph type="pic" sz="quarter" idx="21"/>
          </p:nvPr>
        </p:nvSpPr>
        <p:spPr>
          <a:xfrm>
            <a:off x="4275880" y="4335100"/>
            <a:ext cx="2466000" cy="1926000"/>
          </a:xfrm>
          <a:solidFill>
            <a:schemeClr val="bg1">
              <a:lumMod val="85000"/>
            </a:schemeClr>
          </a:solidFill>
        </p:spPr>
        <p:txBody>
          <a:bodyPr/>
          <a:lstStyle/>
          <a:p>
            <a:r>
              <a:rPr lang="en-GB"/>
              <a:t>Click icon to add picture</a:t>
            </a:r>
            <a:endParaRPr lang="en-US"/>
          </a:p>
        </p:txBody>
      </p:sp>
      <p:sp>
        <p:nvSpPr>
          <p:cNvPr id="17" name="Picture Placeholder 9">
            <a:extLst>
              <a:ext uri="{FF2B5EF4-FFF2-40B4-BE49-F238E27FC236}">
                <a16:creationId xmlns:a16="http://schemas.microsoft.com/office/drawing/2014/main" id="{935D5F28-4EFB-7DB6-B73E-ECA9F671D622}"/>
              </a:ext>
            </a:extLst>
          </p:cNvPr>
          <p:cNvSpPr>
            <a:spLocks noGrp="1"/>
          </p:cNvSpPr>
          <p:nvPr>
            <p:ph type="pic" sz="quarter" idx="22"/>
          </p:nvPr>
        </p:nvSpPr>
        <p:spPr>
          <a:xfrm>
            <a:off x="6838040" y="4335100"/>
            <a:ext cx="2466000" cy="1926000"/>
          </a:xfrm>
          <a:solidFill>
            <a:schemeClr val="bg1">
              <a:lumMod val="85000"/>
            </a:schemeClr>
          </a:solidFill>
        </p:spPr>
        <p:txBody>
          <a:bodyPr/>
          <a:lstStyle/>
          <a:p>
            <a:r>
              <a:rPr lang="en-GB"/>
              <a:t>Click icon to add picture</a:t>
            </a:r>
            <a:endParaRPr lang="en-US"/>
          </a:p>
        </p:txBody>
      </p:sp>
      <p:sp>
        <p:nvSpPr>
          <p:cNvPr id="18" name="Picture Placeholder 9">
            <a:extLst>
              <a:ext uri="{FF2B5EF4-FFF2-40B4-BE49-F238E27FC236}">
                <a16:creationId xmlns:a16="http://schemas.microsoft.com/office/drawing/2014/main" id="{EBE80ECC-3276-2379-3DA7-E599F908B356}"/>
              </a:ext>
            </a:extLst>
          </p:cNvPr>
          <p:cNvSpPr>
            <a:spLocks noGrp="1"/>
          </p:cNvSpPr>
          <p:nvPr>
            <p:ph type="pic" sz="quarter" idx="23"/>
          </p:nvPr>
        </p:nvSpPr>
        <p:spPr>
          <a:xfrm>
            <a:off x="9400200" y="4335100"/>
            <a:ext cx="2466000" cy="1926000"/>
          </a:xfrm>
          <a:solidFill>
            <a:schemeClr val="bg1">
              <a:lumMod val="85000"/>
            </a:schemeClr>
          </a:solidFill>
        </p:spPr>
        <p:txBody>
          <a:bodyPr/>
          <a:lstStyle/>
          <a:p>
            <a:r>
              <a:rPr lang="en-GB"/>
              <a:t>Click icon to add picture</a:t>
            </a:r>
            <a:endParaRPr lang="en-US"/>
          </a:p>
        </p:txBody>
      </p:sp>
    </p:spTree>
    <p:extLst>
      <p:ext uri="{BB962C8B-B14F-4D97-AF65-F5344CB8AC3E}">
        <p14:creationId xmlns:p14="http://schemas.microsoft.com/office/powerpoint/2010/main" val="3188784684"/>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Content and Nine Images Khaki">
    <p:bg>
      <p:bgPr>
        <a:solidFill>
          <a:srgbClr val="FBF7DC"/>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2C5045A0-28B5-435C-9ED4-7B9DCB00758F}" type="datetime1">
              <a:rPr lang="en-GB" smtClean="0"/>
              <a:t>18/03/2026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5800" y="1394619"/>
            <a:ext cx="3600000" cy="48664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Picture Placeholder 9">
            <a:extLst>
              <a:ext uri="{FF2B5EF4-FFF2-40B4-BE49-F238E27FC236}">
                <a16:creationId xmlns:a16="http://schemas.microsoft.com/office/drawing/2014/main" id="{74920982-7B93-FD28-69A5-DDD95FFDB982}"/>
              </a:ext>
            </a:extLst>
          </p:cNvPr>
          <p:cNvSpPr>
            <a:spLocks noGrp="1"/>
          </p:cNvSpPr>
          <p:nvPr>
            <p:ph type="pic" sz="quarter" idx="15"/>
          </p:nvPr>
        </p:nvSpPr>
        <p:spPr>
          <a:xfrm>
            <a:off x="4275880" y="327028"/>
            <a:ext cx="2466000" cy="1926000"/>
          </a:xfrm>
          <a:solidFill>
            <a:schemeClr val="bg1">
              <a:lumMod val="85000"/>
            </a:schemeClr>
          </a:solidFill>
        </p:spPr>
        <p:txBody>
          <a:bodyPr/>
          <a:lstStyle/>
          <a:p>
            <a:r>
              <a:rPr lang="en-GB"/>
              <a:t>Click icon to add picture</a:t>
            </a:r>
            <a:endParaRPr lang="en-US"/>
          </a:p>
        </p:txBody>
      </p:sp>
      <p:sp>
        <p:nvSpPr>
          <p:cNvPr id="7" name="Picture Placeholder 9">
            <a:extLst>
              <a:ext uri="{FF2B5EF4-FFF2-40B4-BE49-F238E27FC236}">
                <a16:creationId xmlns:a16="http://schemas.microsoft.com/office/drawing/2014/main" id="{4F7D26A6-576F-735A-7429-EDF64293F6F0}"/>
              </a:ext>
            </a:extLst>
          </p:cNvPr>
          <p:cNvSpPr>
            <a:spLocks noGrp="1"/>
          </p:cNvSpPr>
          <p:nvPr>
            <p:ph type="pic" sz="quarter" idx="16"/>
          </p:nvPr>
        </p:nvSpPr>
        <p:spPr>
          <a:xfrm>
            <a:off x="6838040" y="327028"/>
            <a:ext cx="2466000" cy="1926000"/>
          </a:xfrm>
          <a:solidFill>
            <a:schemeClr val="bg1">
              <a:lumMod val="85000"/>
            </a:schemeClr>
          </a:solidFill>
        </p:spPr>
        <p:txBody>
          <a:bodyPr/>
          <a:lstStyle/>
          <a:p>
            <a:r>
              <a:rPr lang="en-GB"/>
              <a:t>Click icon to add picture</a:t>
            </a:r>
            <a:endParaRPr lang="en-US"/>
          </a:p>
        </p:txBody>
      </p:sp>
      <p:sp>
        <p:nvSpPr>
          <p:cNvPr id="9" name="Subtitle 2">
            <a:extLst>
              <a:ext uri="{FF2B5EF4-FFF2-40B4-BE49-F238E27FC236}">
                <a16:creationId xmlns:a16="http://schemas.microsoft.com/office/drawing/2014/main" id="{CCAACF40-E2EE-B805-06BA-00FF4664A1A7}"/>
              </a:ext>
            </a:extLst>
          </p:cNvPr>
          <p:cNvSpPr>
            <a:spLocks noGrp="1"/>
          </p:cNvSpPr>
          <p:nvPr>
            <p:ph type="subTitle" idx="13"/>
          </p:nvPr>
        </p:nvSpPr>
        <p:spPr>
          <a:xfrm>
            <a:off x="325800" y="620196"/>
            <a:ext cx="3600000"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
        <p:nvSpPr>
          <p:cNvPr id="11" name="Title 10">
            <a:extLst>
              <a:ext uri="{FF2B5EF4-FFF2-40B4-BE49-F238E27FC236}">
                <a16:creationId xmlns:a16="http://schemas.microsoft.com/office/drawing/2014/main" id="{C0D226BA-B259-18A4-2510-39AFB57E076B}"/>
              </a:ext>
            </a:extLst>
          </p:cNvPr>
          <p:cNvSpPr>
            <a:spLocks noGrp="1"/>
          </p:cNvSpPr>
          <p:nvPr>
            <p:ph type="title"/>
          </p:nvPr>
        </p:nvSpPr>
        <p:spPr>
          <a:xfrm>
            <a:off x="325800" y="252000"/>
            <a:ext cx="3600000" cy="378044"/>
          </a:xfrm>
        </p:spPr>
        <p:txBody>
          <a:bodyPr/>
          <a:lstStyle/>
          <a:p>
            <a:r>
              <a:rPr lang="en-GB"/>
              <a:t>Click to edit Master title style</a:t>
            </a:r>
            <a:endParaRPr lang="en-US"/>
          </a:p>
        </p:txBody>
      </p:sp>
      <p:sp>
        <p:nvSpPr>
          <p:cNvPr id="2" name="Picture Placeholder 9">
            <a:extLst>
              <a:ext uri="{FF2B5EF4-FFF2-40B4-BE49-F238E27FC236}">
                <a16:creationId xmlns:a16="http://schemas.microsoft.com/office/drawing/2014/main" id="{3BF8A661-BC32-12AC-2F2D-D852D8FEEC19}"/>
              </a:ext>
            </a:extLst>
          </p:cNvPr>
          <p:cNvSpPr>
            <a:spLocks noGrp="1"/>
          </p:cNvSpPr>
          <p:nvPr>
            <p:ph type="pic" sz="quarter" idx="17"/>
          </p:nvPr>
        </p:nvSpPr>
        <p:spPr>
          <a:xfrm>
            <a:off x="9400200" y="327028"/>
            <a:ext cx="2466000" cy="1926000"/>
          </a:xfrm>
          <a:solidFill>
            <a:schemeClr val="bg1">
              <a:lumMod val="85000"/>
            </a:schemeClr>
          </a:solidFill>
        </p:spPr>
        <p:txBody>
          <a:bodyPr/>
          <a:lstStyle/>
          <a:p>
            <a:r>
              <a:rPr lang="en-GB"/>
              <a:t>Click icon to add picture</a:t>
            </a:r>
            <a:endParaRPr lang="en-US"/>
          </a:p>
        </p:txBody>
      </p:sp>
      <p:sp>
        <p:nvSpPr>
          <p:cNvPr id="6" name="Picture Placeholder 9">
            <a:extLst>
              <a:ext uri="{FF2B5EF4-FFF2-40B4-BE49-F238E27FC236}">
                <a16:creationId xmlns:a16="http://schemas.microsoft.com/office/drawing/2014/main" id="{424D9351-99D0-9E5B-7115-9BACEF47F4E4}"/>
              </a:ext>
            </a:extLst>
          </p:cNvPr>
          <p:cNvSpPr>
            <a:spLocks noGrp="1"/>
          </p:cNvSpPr>
          <p:nvPr>
            <p:ph type="pic" sz="quarter" idx="18"/>
          </p:nvPr>
        </p:nvSpPr>
        <p:spPr>
          <a:xfrm>
            <a:off x="4275880" y="2331064"/>
            <a:ext cx="2466000" cy="1926000"/>
          </a:xfrm>
          <a:solidFill>
            <a:schemeClr val="bg1">
              <a:lumMod val="85000"/>
            </a:schemeClr>
          </a:solidFill>
        </p:spPr>
        <p:txBody>
          <a:bodyPr/>
          <a:lstStyle/>
          <a:p>
            <a:r>
              <a:rPr lang="en-GB"/>
              <a:t>Click icon to add picture</a:t>
            </a:r>
            <a:endParaRPr lang="en-US"/>
          </a:p>
        </p:txBody>
      </p:sp>
      <p:sp>
        <p:nvSpPr>
          <p:cNvPr id="12" name="Picture Placeholder 9">
            <a:extLst>
              <a:ext uri="{FF2B5EF4-FFF2-40B4-BE49-F238E27FC236}">
                <a16:creationId xmlns:a16="http://schemas.microsoft.com/office/drawing/2014/main" id="{7E1A1E6C-1250-255D-C128-8D998573C34C}"/>
              </a:ext>
            </a:extLst>
          </p:cNvPr>
          <p:cNvSpPr>
            <a:spLocks noGrp="1"/>
          </p:cNvSpPr>
          <p:nvPr>
            <p:ph type="pic" sz="quarter" idx="19"/>
          </p:nvPr>
        </p:nvSpPr>
        <p:spPr>
          <a:xfrm>
            <a:off x="6838040" y="2331000"/>
            <a:ext cx="2466000" cy="1926000"/>
          </a:xfrm>
          <a:solidFill>
            <a:schemeClr val="bg1">
              <a:lumMod val="85000"/>
            </a:schemeClr>
          </a:solidFill>
        </p:spPr>
        <p:txBody>
          <a:bodyPr/>
          <a:lstStyle/>
          <a:p>
            <a:r>
              <a:rPr lang="en-GB"/>
              <a:t>Click icon to add picture</a:t>
            </a:r>
            <a:endParaRPr lang="en-US"/>
          </a:p>
        </p:txBody>
      </p:sp>
      <p:sp>
        <p:nvSpPr>
          <p:cNvPr id="13" name="Picture Placeholder 9">
            <a:extLst>
              <a:ext uri="{FF2B5EF4-FFF2-40B4-BE49-F238E27FC236}">
                <a16:creationId xmlns:a16="http://schemas.microsoft.com/office/drawing/2014/main" id="{707F7AF8-8070-56D1-C887-AB07C4710C1B}"/>
              </a:ext>
            </a:extLst>
          </p:cNvPr>
          <p:cNvSpPr>
            <a:spLocks noGrp="1"/>
          </p:cNvSpPr>
          <p:nvPr>
            <p:ph type="pic" sz="quarter" idx="20"/>
          </p:nvPr>
        </p:nvSpPr>
        <p:spPr>
          <a:xfrm>
            <a:off x="9400200" y="2331000"/>
            <a:ext cx="2466000" cy="1926000"/>
          </a:xfrm>
          <a:solidFill>
            <a:schemeClr val="bg1">
              <a:lumMod val="85000"/>
            </a:schemeClr>
          </a:solidFill>
        </p:spPr>
        <p:txBody>
          <a:bodyPr/>
          <a:lstStyle/>
          <a:p>
            <a:r>
              <a:rPr lang="en-GB"/>
              <a:t>Click icon to add picture</a:t>
            </a:r>
            <a:endParaRPr lang="en-US"/>
          </a:p>
        </p:txBody>
      </p:sp>
      <p:sp>
        <p:nvSpPr>
          <p:cNvPr id="14" name="Picture Placeholder 9">
            <a:extLst>
              <a:ext uri="{FF2B5EF4-FFF2-40B4-BE49-F238E27FC236}">
                <a16:creationId xmlns:a16="http://schemas.microsoft.com/office/drawing/2014/main" id="{DCCCE168-E156-6A02-DEEC-8F9AC2E8B010}"/>
              </a:ext>
            </a:extLst>
          </p:cNvPr>
          <p:cNvSpPr>
            <a:spLocks noGrp="1"/>
          </p:cNvSpPr>
          <p:nvPr>
            <p:ph type="pic" sz="quarter" idx="21"/>
          </p:nvPr>
        </p:nvSpPr>
        <p:spPr>
          <a:xfrm>
            <a:off x="4275880" y="4335100"/>
            <a:ext cx="2466000" cy="1926000"/>
          </a:xfrm>
          <a:solidFill>
            <a:schemeClr val="bg1">
              <a:lumMod val="85000"/>
            </a:schemeClr>
          </a:solidFill>
        </p:spPr>
        <p:txBody>
          <a:bodyPr/>
          <a:lstStyle/>
          <a:p>
            <a:r>
              <a:rPr lang="en-GB"/>
              <a:t>Click icon to add picture</a:t>
            </a:r>
            <a:endParaRPr lang="en-US"/>
          </a:p>
        </p:txBody>
      </p:sp>
      <p:sp>
        <p:nvSpPr>
          <p:cNvPr id="17" name="Picture Placeholder 9">
            <a:extLst>
              <a:ext uri="{FF2B5EF4-FFF2-40B4-BE49-F238E27FC236}">
                <a16:creationId xmlns:a16="http://schemas.microsoft.com/office/drawing/2014/main" id="{935D5F28-4EFB-7DB6-B73E-ECA9F671D622}"/>
              </a:ext>
            </a:extLst>
          </p:cNvPr>
          <p:cNvSpPr>
            <a:spLocks noGrp="1"/>
          </p:cNvSpPr>
          <p:nvPr>
            <p:ph type="pic" sz="quarter" idx="22"/>
          </p:nvPr>
        </p:nvSpPr>
        <p:spPr>
          <a:xfrm>
            <a:off x="6838040" y="4335100"/>
            <a:ext cx="2466000" cy="1926000"/>
          </a:xfrm>
          <a:solidFill>
            <a:schemeClr val="bg1">
              <a:lumMod val="85000"/>
            </a:schemeClr>
          </a:solidFill>
        </p:spPr>
        <p:txBody>
          <a:bodyPr/>
          <a:lstStyle/>
          <a:p>
            <a:r>
              <a:rPr lang="en-GB"/>
              <a:t>Click icon to add picture</a:t>
            </a:r>
            <a:endParaRPr lang="en-US"/>
          </a:p>
        </p:txBody>
      </p:sp>
      <p:sp>
        <p:nvSpPr>
          <p:cNvPr id="18" name="Picture Placeholder 9">
            <a:extLst>
              <a:ext uri="{FF2B5EF4-FFF2-40B4-BE49-F238E27FC236}">
                <a16:creationId xmlns:a16="http://schemas.microsoft.com/office/drawing/2014/main" id="{EBE80ECC-3276-2379-3DA7-E599F908B356}"/>
              </a:ext>
            </a:extLst>
          </p:cNvPr>
          <p:cNvSpPr>
            <a:spLocks noGrp="1"/>
          </p:cNvSpPr>
          <p:nvPr>
            <p:ph type="pic" sz="quarter" idx="23"/>
          </p:nvPr>
        </p:nvSpPr>
        <p:spPr>
          <a:xfrm>
            <a:off x="9400200" y="4335100"/>
            <a:ext cx="2466000" cy="1926000"/>
          </a:xfrm>
          <a:solidFill>
            <a:schemeClr val="bg1">
              <a:lumMod val="85000"/>
            </a:schemeClr>
          </a:solidFill>
        </p:spPr>
        <p:txBody>
          <a:bodyPr/>
          <a:lstStyle/>
          <a:p>
            <a:r>
              <a:rPr lang="en-GB"/>
              <a:t>Click icon to add picture</a:t>
            </a:r>
            <a:endParaRPr lang="en-US"/>
          </a:p>
        </p:txBody>
      </p:sp>
    </p:spTree>
    <p:extLst>
      <p:ext uri="{BB962C8B-B14F-4D97-AF65-F5344CB8AC3E}">
        <p14:creationId xmlns:p14="http://schemas.microsoft.com/office/powerpoint/2010/main" val="2041354154"/>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 and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D45ACB27-AFFE-45E0-A77B-C04441DBA506}" type="datetime1">
              <a:rPr lang="en-GB" smtClean="0"/>
              <a:t>18/03/2026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6232" y="327819"/>
            <a:ext cx="5583238" cy="59332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Text Placeholder 5">
            <a:extLst>
              <a:ext uri="{FF2B5EF4-FFF2-40B4-BE49-F238E27FC236}">
                <a16:creationId xmlns:a16="http://schemas.microsoft.com/office/drawing/2014/main" id="{862146EC-D096-3118-B564-94943B4AAEC4}"/>
              </a:ext>
            </a:extLst>
          </p:cNvPr>
          <p:cNvSpPr>
            <a:spLocks noGrp="1"/>
          </p:cNvSpPr>
          <p:nvPr>
            <p:ph type="body" sz="quarter" idx="16" hasCustomPrompt="1"/>
          </p:nvPr>
        </p:nvSpPr>
        <p:spPr>
          <a:xfrm>
            <a:off x="6292057" y="6393657"/>
            <a:ext cx="2743200" cy="137319"/>
          </a:xfrm>
        </p:spPr>
        <p:txBody>
          <a:bodyPr/>
          <a:lstStyle>
            <a:lvl1pPr>
              <a:defRPr sz="850">
                <a:solidFill>
                  <a:schemeClr val="accent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
        <p:nvSpPr>
          <p:cNvPr id="2" name="Content Placeholder 5">
            <a:extLst>
              <a:ext uri="{FF2B5EF4-FFF2-40B4-BE49-F238E27FC236}">
                <a16:creationId xmlns:a16="http://schemas.microsoft.com/office/drawing/2014/main" id="{C8087009-76FB-8577-E442-4BA57C9BC40D}"/>
              </a:ext>
            </a:extLst>
          </p:cNvPr>
          <p:cNvSpPr>
            <a:spLocks noGrp="1"/>
          </p:cNvSpPr>
          <p:nvPr>
            <p:ph sz="quarter" idx="17" hasCustomPrompt="1"/>
          </p:nvPr>
        </p:nvSpPr>
        <p:spPr>
          <a:xfrm>
            <a:off x="6290831"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1339553058"/>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xt and Content Smok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164071E6-5C30-40E7-BF84-163576CD2DE9}" type="datetime1">
              <a:rPr lang="en-GB" smtClean="0"/>
              <a:t>18/03/2026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6232" y="327819"/>
            <a:ext cx="5583238" cy="59332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Text Placeholder 5">
            <a:extLst>
              <a:ext uri="{FF2B5EF4-FFF2-40B4-BE49-F238E27FC236}">
                <a16:creationId xmlns:a16="http://schemas.microsoft.com/office/drawing/2014/main" id="{862146EC-D096-3118-B564-94943B4AAEC4}"/>
              </a:ext>
            </a:extLst>
          </p:cNvPr>
          <p:cNvSpPr>
            <a:spLocks noGrp="1"/>
          </p:cNvSpPr>
          <p:nvPr>
            <p:ph type="body" sz="quarter" idx="16" hasCustomPrompt="1"/>
          </p:nvPr>
        </p:nvSpPr>
        <p:spPr>
          <a:xfrm>
            <a:off x="6292057" y="6393657"/>
            <a:ext cx="2743200" cy="137319"/>
          </a:xfrm>
        </p:spPr>
        <p:txBody>
          <a:bodyPr/>
          <a:lstStyle>
            <a:lvl1pPr>
              <a:defRPr sz="850">
                <a:solidFill>
                  <a:schemeClr val="accent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
        <p:nvSpPr>
          <p:cNvPr id="2" name="Content Placeholder 5">
            <a:extLst>
              <a:ext uri="{FF2B5EF4-FFF2-40B4-BE49-F238E27FC236}">
                <a16:creationId xmlns:a16="http://schemas.microsoft.com/office/drawing/2014/main" id="{C8087009-76FB-8577-E442-4BA57C9BC40D}"/>
              </a:ext>
            </a:extLst>
          </p:cNvPr>
          <p:cNvSpPr>
            <a:spLocks noGrp="1"/>
          </p:cNvSpPr>
          <p:nvPr>
            <p:ph sz="quarter" idx="17" hasCustomPrompt="1"/>
          </p:nvPr>
        </p:nvSpPr>
        <p:spPr>
          <a:xfrm>
            <a:off x="6290831"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3640183430"/>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and Content Khaki">
    <p:bg>
      <p:bgPr>
        <a:solidFill>
          <a:srgbClr val="FBF7DC"/>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7E1B3D43-7C33-40B0-8364-EC2C773DC346}" type="datetime1">
              <a:rPr lang="en-GB" smtClean="0"/>
              <a:t>18/03/2026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6232" y="327819"/>
            <a:ext cx="5583238" cy="59332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Text Placeholder 5">
            <a:extLst>
              <a:ext uri="{FF2B5EF4-FFF2-40B4-BE49-F238E27FC236}">
                <a16:creationId xmlns:a16="http://schemas.microsoft.com/office/drawing/2014/main" id="{862146EC-D096-3118-B564-94943B4AAEC4}"/>
              </a:ext>
            </a:extLst>
          </p:cNvPr>
          <p:cNvSpPr>
            <a:spLocks noGrp="1"/>
          </p:cNvSpPr>
          <p:nvPr>
            <p:ph type="body" sz="quarter" idx="16" hasCustomPrompt="1"/>
          </p:nvPr>
        </p:nvSpPr>
        <p:spPr>
          <a:xfrm>
            <a:off x="6292057" y="6393657"/>
            <a:ext cx="2743200" cy="137319"/>
          </a:xfrm>
        </p:spPr>
        <p:txBody>
          <a:bodyPr/>
          <a:lstStyle>
            <a:lvl1pPr>
              <a:defRPr sz="850">
                <a:solidFill>
                  <a:schemeClr val="accent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
        <p:nvSpPr>
          <p:cNvPr id="2" name="Content Placeholder 5">
            <a:extLst>
              <a:ext uri="{FF2B5EF4-FFF2-40B4-BE49-F238E27FC236}">
                <a16:creationId xmlns:a16="http://schemas.microsoft.com/office/drawing/2014/main" id="{C8087009-76FB-8577-E442-4BA57C9BC40D}"/>
              </a:ext>
            </a:extLst>
          </p:cNvPr>
          <p:cNvSpPr>
            <a:spLocks noGrp="1"/>
          </p:cNvSpPr>
          <p:nvPr>
            <p:ph sz="quarter" idx="17" hasCustomPrompt="1"/>
          </p:nvPr>
        </p:nvSpPr>
        <p:spPr>
          <a:xfrm>
            <a:off x="6290831"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2974509294"/>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and Tex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2B7F07F8-C91F-4545-B3EA-C424337AC591}" type="datetime1">
              <a:rPr lang="en-GB" smtClean="0"/>
              <a:t>18/03/2026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6291761" y="327819"/>
            <a:ext cx="5574008" cy="59332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 name="Text Placeholder 5">
            <a:extLst>
              <a:ext uri="{FF2B5EF4-FFF2-40B4-BE49-F238E27FC236}">
                <a16:creationId xmlns:a16="http://schemas.microsoft.com/office/drawing/2014/main" id="{E9D81BEA-7EB3-2BC8-30E0-0E8C91FA2361}"/>
              </a:ext>
            </a:extLst>
          </p:cNvPr>
          <p:cNvSpPr>
            <a:spLocks noGrp="1"/>
          </p:cNvSpPr>
          <p:nvPr>
            <p:ph type="body" sz="quarter" idx="16" hasCustomPrompt="1"/>
          </p:nvPr>
        </p:nvSpPr>
        <p:spPr>
          <a:xfrm>
            <a:off x="6292057" y="6393657"/>
            <a:ext cx="2743200" cy="137319"/>
          </a:xfrm>
        </p:spPr>
        <p:txBody>
          <a:bodyPr/>
          <a:lstStyle>
            <a:lvl1pPr>
              <a:defRPr sz="850">
                <a:solidFill>
                  <a:schemeClr val="accent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
        <p:nvSpPr>
          <p:cNvPr id="6" name="Content Placeholder 5">
            <a:extLst>
              <a:ext uri="{FF2B5EF4-FFF2-40B4-BE49-F238E27FC236}">
                <a16:creationId xmlns:a16="http://schemas.microsoft.com/office/drawing/2014/main" id="{6E09D4F2-8CDC-D853-BB4E-3D1330CD34A2}"/>
              </a:ext>
            </a:extLst>
          </p:cNvPr>
          <p:cNvSpPr>
            <a:spLocks noGrp="1"/>
          </p:cNvSpPr>
          <p:nvPr>
            <p:ph sz="quarter" idx="17" hasCustomPrompt="1"/>
          </p:nvPr>
        </p:nvSpPr>
        <p:spPr>
          <a:xfrm>
            <a:off x="326593"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785877609"/>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and Text Smok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6381A581-4730-4DD9-8775-8810BE511C5B}" type="datetime1">
              <a:rPr lang="en-GB" smtClean="0"/>
              <a:t>18/03/2026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6291761" y="327819"/>
            <a:ext cx="5574008" cy="59332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 name="Text Placeholder 5">
            <a:extLst>
              <a:ext uri="{FF2B5EF4-FFF2-40B4-BE49-F238E27FC236}">
                <a16:creationId xmlns:a16="http://schemas.microsoft.com/office/drawing/2014/main" id="{E9D81BEA-7EB3-2BC8-30E0-0E8C91FA2361}"/>
              </a:ext>
            </a:extLst>
          </p:cNvPr>
          <p:cNvSpPr>
            <a:spLocks noGrp="1"/>
          </p:cNvSpPr>
          <p:nvPr>
            <p:ph type="body" sz="quarter" idx="16" hasCustomPrompt="1"/>
          </p:nvPr>
        </p:nvSpPr>
        <p:spPr>
          <a:xfrm>
            <a:off x="6292057" y="6393657"/>
            <a:ext cx="2743200" cy="137319"/>
          </a:xfrm>
        </p:spPr>
        <p:txBody>
          <a:bodyPr/>
          <a:lstStyle>
            <a:lvl1pPr>
              <a:defRPr sz="850">
                <a:solidFill>
                  <a:schemeClr val="accent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
        <p:nvSpPr>
          <p:cNvPr id="6" name="Content Placeholder 5">
            <a:extLst>
              <a:ext uri="{FF2B5EF4-FFF2-40B4-BE49-F238E27FC236}">
                <a16:creationId xmlns:a16="http://schemas.microsoft.com/office/drawing/2014/main" id="{6E09D4F2-8CDC-D853-BB4E-3D1330CD34A2}"/>
              </a:ext>
            </a:extLst>
          </p:cNvPr>
          <p:cNvSpPr>
            <a:spLocks noGrp="1"/>
          </p:cNvSpPr>
          <p:nvPr>
            <p:ph sz="quarter" idx="17" hasCustomPrompt="1"/>
          </p:nvPr>
        </p:nvSpPr>
        <p:spPr>
          <a:xfrm>
            <a:off x="326593"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4240842164"/>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and Text Khaki">
    <p:bg>
      <p:bgPr>
        <a:solidFill>
          <a:srgbClr val="FBF7DC"/>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fld id="{BF15E9EB-D252-4723-8FA0-19B858F3EA4F}" type="datetime1">
              <a:rPr lang="en-GB" smtClean="0"/>
              <a:t>18/03/2026</a:t>
            </a:fld>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6291761" y="327819"/>
            <a:ext cx="5574008" cy="5933281"/>
          </a:xfrm>
        </p:spPr>
        <p:txBody>
          <a:bodyPr/>
          <a:lstStyle>
            <a:lvl1pPr>
              <a:defRPr sz="1800"/>
            </a:lvl1pPr>
            <a:lvl2pPr>
              <a:defRPr sz="1800"/>
            </a:lvl2pPr>
            <a:lvl3pPr>
              <a:defRPr sz="18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 name="Text Placeholder 5">
            <a:extLst>
              <a:ext uri="{FF2B5EF4-FFF2-40B4-BE49-F238E27FC236}">
                <a16:creationId xmlns:a16="http://schemas.microsoft.com/office/drawing/2014/main" id="{E9D81BEA-7EB3-2BC8-30E0-0E8C91FA2361}"/>
              </a:ext>
            </a:extLst>
          </p:cNvPr>
          <p:cNvSpPr>
            <a:spLocks noGrp="1"/>
          </p:cNvSpPr>
          <p:nvPr>
            <p:ph type="body" sz="quarter" idx="16" hasCustomPrompt="1"/>
          </p:nvPr>
        </p:nvSpPr>
        <p:spPr>
          <a:xfrm>
            <a:off x="6292057" y="6393657"/>
            <a:ext cx="2743200" cy="137319"/>
          </a:xfrm>
        </p:spPr>
        <p:txBody>
          <a:bodyPr/>
          <a:lstStyle>
            <a:lvl1pPr>
              <a:defRPr sz="850">
                <a:solidFill>
                  <a:schemeClr val="accent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
        <p:nvSpPr>
          <p:cNvPr id="6" name="Content Placeholder 5">
            <a:extLst>
              <a:ext uri="{FF2B5EF4-FFF2-40B4-BE49-F238E27FC236}">
                <a16:creationId xmlns:a16="http://schemas.microsoft.com/office/drawing/2014/main" id="{6E09D4F2-8CDC-D853-BB4E-3D1330CD34A2}"/>
              </a:ext>
            </a:extLst>
          </p:cNvPr>
          <p:cNvSpPr>
            <a:spLocks noGrp="1"/>
          </p:cNvSpPr>
          <p:nvPr>
            <p:ph sz="quarter" idx="17" hasCustomPrompt="1"/>
          </p:nvPr>
        </p:nvSpPr>
        <p:spPr>
          <a:xfrm>
            <a:off x="326593"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3782778189"/>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arge Imag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35956E3-49F4-0F54-ECD1-833CCCC18321}"/>
              </a:ext>
            </a:extLst>
          </p:cNvPr>
          <p:cNvSpPr>
            <a:spLocks noGrp="1"/>
          </p:cNvSpPr>
          <p:nvPr>
            <p:ph type="dt" sz="half" idx="10"/>
          </p:nvPr>
        </p:nvSpPr>
        <p:spPr/>
        <p:txBody>
          <a:bodyPr/>
          <a:lstStyle/>
          <a:p>
            <a:fld id="{D02D7658-3C80-4D93-815C-DF15C9673E2C}" type="datetime1">
              <a:rPr lang="en-GB" smtClean="0"/>
              <a:t>18/03/2026</a:t>
            </a:fld>
            <a:endParaRPr lang="en-GB"/>
          </a:p>
        </p:txBody>
      </p:sp>
      <p:sp>
        <p:nvSpPr>
          <p:cNvPr id="4" name="Footer Placeholder 3">
            <a:extLst>
              <a:ext uri="{FF2B5EF4-FFF2-40B4-BE49-F238E27FC236}">
                <a16:creationId xmlns:a16="http://schemas.microsoft.com/office/drawing/2014/main" id="{BB47AF09-A289-B391-8698-2A6786771E1C}"/>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A5D67CF9-6C56-BF00-C251-8AA14203B1E9}"/>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Picture Placeholder 6">
            <a:extLst>
              <a:ext uri="{FF2B5EF4-FFF2-40B4-BE49-F238E27FC236}">
                <a16:creationId xmlns:a16="http://schemas.microsoft.com/office/drawing/2014/main" id="{2754C307-7FD2-615A-261A-9396C9B3C626}"/>
              </a:ext>
            </a:extLst>
          </p:cNvPr>
          <p:cNvSpPr>
            <a:spLocks noGrp="1"/>
          </p:cNvSpPr>
          <p:nvPr>
            <p:ph type="pic" sz="quarter" idx="13"/>
          </p:nvPr>
        </p:nvSpPr>
        <p:spPr>
          <a:xfrm>
            <a:off x="326232" y="327819"/>
            <a:ext cx="11541025" cy="5933281"/>
          </a:xfrm>
          <a:solidFill>
            <a:schemeClr val="bg1">
              <a:lumMod val="85000"/>
            </a:schemeClr>
          </a:solidFill>
        </p:spPr>
        <p:txBody>
          <a:bodyPr/>
          <a:lstStyle/>
          <a:p>
            <a:r>
              <a:rPr lang="en-GB"/>
              <a:t>Click icon to add picture</a:t>
            </a:r>
            <a:endParaRPr lang="en-US"/>
          </a:p>
        </p:txBody>
      </p:sp>
      <p:sp>
        <p:nvSpPr>
          <p:cNvPr id="2" name="Text Placeholder 5">
            <a:extLst>
              <a:ext uri="{FF2B5EF4-FFF2-40B4-BE49-F238E27FC236}">
                <a16:creationId xmlns:a16="http://schemas.microsoft.com/office/drawing/2014/main" id="{194B053A-20C0-FAD5-8DBE-F33035C94A95}"/>
              </a:ext>
            </a:extLst>
          </p:cNvPr>
          <p:cNvSpPr>
            <a:spLocks noGrp="1"/>
          </p:cNvSpPr>
          <p:nvPr>
            <p:ph type="body" sz="quarter" idx="16" hasCustomPrompt="1"/>
          </p:nvPr>
        </p:nvSpPr>
        <p:spPr>
          <a:xfrm>
            <a:off x="6292057" y="6393657"/>
            <a:ext cx="2743200" cy="137319"/>
          </a:xfrm>
        </p:spPr>
        <p:txBody>
          <a:bodyPr/>
          <a:lstStyle>
            <a:lvl1pPr>
              <a:defRPr sz="850">
                <a:solidFill>
                  <a:schemeClr val="accent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Tree>
    <p:extLst>
      <p:ext uri="{BB962C8B-B14F-4D97-AF65-F5344CB8AC3E}">
        <p14:creationId xmlns:p14="http://schemas.microsoft.com/office/powerpoint/2010/main" val="3306752833"/>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Large Image Smok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35956E3-49F4-0F54-ECD1-833CCCC18321}"/>
              </a:ext>
            </a:extLst>
          </p:cNvPr>
          <p:cNvSpPr>
            <a:spLocks noGrp="1"/>
          </p:cNvSpPr>
          <p:nvPr>
            <p:ph type="dt" sz="half" idx="10"/>
          </p:nvPr>
        </p:nvSpPr>
        <p:spPr/>
        <p:txBody>
          <a:bodyPr/>
          <a:lstStyle/>
          <a:p>
            <a:fld id="{665880FB-1272-4489-BFB7-70F56335807D}" type="datetime1">
              <a:rPr lang="en-GB" smtClean="0"/>
              <a:t>18/03/2026</a:t>
            </a:fld>
            <a:endParaRPr lang="en-GB"/>
          </a:p>
        </p:txBody>
      </p:sp>
      <p:sp>
        <p:nvSpPr>
          <p:cNvPr id="4" name="Footer Placeholder 3">
            <a:extLst>
              <a:ext uri="{FF2B5EF4-FFF2-40B4-BE49-F238E27FC236}">
                <a16:creationId xmlns:a16="http://schemas.microsoft.com/office/drawing/2014/main" id="{BB47AF09-A289-B391-8698-2A6786771E1C}"/>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A5D67CF9-6C56-BF00-C251-8AA14203B1E9}"/>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Picture Placeholder 6">
            <a:extLst>
              <a:ext uri="{FF2B5EF4-FFF2-40B4-BE49-F238E27FC236}">
                <a16:creationId xmlns:a16="http://schemas.microsoft.com/office/drawing/2014/main" id="{2754C307-7FD2-615A-261A-9396C9B3C626}"/>
              </a:ext>
            </a:extLst>
          </p:cNvPr>
          <p:cNvSpPr>
            <a:spLocks noGrp="1"/>
          </p:cNvSpPr>
          <p:nvPr>
            <p:ph type="pic" sz="quarter" idx="13"/>
          </p:nvPr>
        </p:nvSpPr>
        <p:spPr>
          <a:xfrm>
            <a:off x="326232" y="327819"/>
            <a:ext cx="11541025" cy="5933281"/>
          </a:xfrm>
          <a:solidFill>
            <a:schemeClr val="bg1">
              <a:lumMod val="85000"/>
            </a:schemeClr>
          </a:solidFill>
        </p:spPr>
        <p:txBody>
          <a:bodyPr/>
          <a:lstStyle/>
          <a:p>
            <a:r>
              <a:rPr lang="en-GB"/>
              <a:t>Click icon to add picture</a:t>
            </a:r>
            <a:endParaRPr lang="en-US"/>
          </a:p>
        </p:txBody>
      </p:sp>
      <p:sp>
        <p:nvSpPr>
          <p:cNvPr id="2" name="Text Placeholder 5">
            <a:extLst>
              <a:ext uri="{FF2B5EF4-FFF2-40B4-BE49-F238E27FC236}">
                <a16:creationId xmlns:a16="http://schemas.microsoft.com/office/drawing/2014/main" id="{194B053A-20C0-FAD5-8DBE-F33035C94A95}"/>
              </a:ext>
            </a:extLst>
          </p:cNvPr>
          <p:cNvSpPr>
            <a:spLocks noGrp="1"/>
          </p:cNvSpPr>
          <p:nvPr>
            <p:ph type="body" sz="quarter" idx="16" hasCustomPrompt="1"/>
          </p:nvPr>
        </p:nvSpPr>
        <p:spPr>
          <a:xfrm>
            <a:off x="6292057" y="6393657"/>
            <a:ext cx="2743200" cy="137319"/>
          </a:xfrm>
        </p:spPr>
        <p:txBody>
          <a:bodyPr/>
          <a:lstStyle>
            <a:lvl1pPr>
              <a:defRPr sz="850">
                <a:solidFill>
                  <a:schemeClr val="accent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Tree>
    <p:extLst>
      <p:ext uri="{BB962C8B-B14F-4D97-AF65-F5344CB8AC3E}">
        <p14:creationId xmlns:p14="http://schemas.microsoft.com/office/powerpoint/2010/main" val="3115991555"/>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Large Image Khaki">
    <p:bg>
      <p:bgPr>
        <a:solidFill>
          <a:srgbClr val="FBF7DC"/>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35956E3-49F4-0F54-ECD1-833CCCC18321}"/>
              </a:ext>
            </a:extLst>
          </p:cNvPr>
          <p:cNvSpPr>
            <a:spLocks noGrp="1"/>
          </p:cNvSpPr>
          <p:nvPr>
            <p:ph type="dt" sz="half" idx="10"/>
          </p:nvPr>
        </p:nvSpPr>
        <p:spPr/>
        <p:txBody>
          <a:bodyPr/>
          <a:lstStyle/>
          <a:p>
            <a:fld id="{75317FCD-2A6E-44BA-B757-2651CC4A5556}" type="datetime1">
              <a:rPr lang="en-GB" smtClean="0"/>
              <a:t>18/03/2026</a:t>
            </a:fld>
            <a:endParaRPr lang="en-GB"/>
          </a:p>
        </p:txBody>
      </p:sp>
      <p:sp>
        <p:nvSpPr>
          <p:cNvPr id="4" name="Footer Placeholder 3">
            <a:extLst>
              <a:ext uri="{FF2B5EF4-FFF2-40B4-BE49-F238E27FC236}">
                <a16:creationId xmlns:a16="http://schemas.microsoft.com/office/drawing/2014/main" id="{BB47AF09-A289-B391-8698-2A6786771E1C}"/>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A5D67CF9-6C56-BF00-C251-8AA14203B1E9}"/>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Picture Placeholder 6">
            <a:extLst>
              <a:ext uri="{FF2B5EF4-FFF2-40B4-BE49-F238E27FC236}">
                <a16:creationId xmlns:a16="http://schemas.microsoft.com/office/drawing/2014/main" id="{2754C307-7FD2-615A-261A-9396C9B3C626}"/>
              </a:ext>
            </a:extLst>
          </p:cNvPr>
          <p:cNvSpPr>
            <a:spLocks noGrp="1"/>
          </p:cNvSpPr>
          <p:nvPr>
            <p:ph type="pic" sz="quarter" idx="13"/>
          </p:nvPr>
        </p:nvSpPr>
        <p:spPr>
          <a:xfrm>
            <a:off x="326232" y="327819"/>
            <a:ext cx="11541025" cy="5933281"/>
          </a:xfrm>
          <a:solidFill>
            <a:schemeClr val="bg1">
              <a:lumMod val="85000"/>
            </a:schemeClr>
          </a:solidFill>
        </p:spPr>
        <p:txBody>
          <a:bodyPr/>
          <a:lstStyle/>
          <a:p>
            <a:r>
              <a:rPr lang="en-GB"/>
              <a:t>Click icon to add picture</a:t>
            </a:r>
            <a:endParaRPr lang="en-US"/>
          </a:p>
        </p:txBody>
      </p:sp>
      <p:sp>
        <p:nvSpPr>
          <p:cNvPr id="2" name="Text Placeholder 5">
            <a:extLst>
              <a:ext uri="{FF2B5EF4-FFF2-40B4-BE49-F238E27FC236}">
                <a16:creationId xmlns:a16="http://schemas.microsoft.com/office/drawing/2014/main" id="{194B053A-20C0-FAD5-8DBE-F33035C94A95}"/>
              </a:ext>
            </a:extLst>
          </p:cNvPr>
          <p:cNvSpPr>
            <a:spLocks noGrp="1"/>
          </p:cNvSpPr>
          <p:nvPr>
            <p:ph type="body" sz="quarter" idx="16" hasCustomPrompt="1"/>
          </p:nvPr>
        </p:nvSpPr>
        <p:spPr>
          <a:xfrm>
            <a:off x="6292057" y="6393657"/>
            <a:ext cx="2743200" cy="137319"/>
          </a:xfrm>
        </p:spPr>
        <p:txBody>
          <a:bodyPr/>
          <a:lstStyle>
            <a:lvl1pPr>
              <a:defRPr sz="850">
                <a:solidFill>
                  <a:schemeClr val="accent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Tree>
    <p:extLst>
      <p:ext uri="{BB962C8B-B14F-4D97-AF65-F5344CB8AC3E}">
        <p14:creationId xmlns:p14="http://schemas.microsoft.com/office/powerpoint/2010/main" val="2859685012"/>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Full Bleed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754C307-7FD2-615A-261A-9396C9B3C626}"/>
              </a:ext>
            </a:extLst>
          </p:cNvPr>
          <p:cNvSpPr>
            <a:spLocks noGrp="1"/>
          </p:cNvSpPr>
          <p:nvPr>
            <p:ph type="pic" sz="quarter" idx="13"/>
          </p:nvPr>
        </p:nvSpPr>
        <p:spPr>
          <a:xfrm>
            <a:off x="1" y="3"/>
            <a:ext cx="12193489" cy="6857999"/>
          </a:xfrm>
          <a:solidFill>
            <a:schemeClr val="bg1">
              <a:lumMod val="85000"/>
            </a:schemeClr>
          </a:solidFill>
        </p:spPr>
        <p:txBody>
          <a:bodyPr/>
          <a:lstStyle/>
          <a:p>
            <a:r>
              <a:rPr lang="en-GB"/>
              <a:t>Click icon to add picture</a:t>
            </a:r>
            <a:endParaRPr lang="en-US"/>
          </a:p>
        </p:txBody>
      </p:sp>
    </p:spTree>
    <p:extLst>
      <p:ext uri="{BB962C8B-B14F-4D97-AF65-F5344CB8AC3E}">
        <p14:creationId xmlns:p14="http://schemas.microsoft.com/office/powerpoint/2010/main" val="2960433404"/>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bg1"/>
        </a:solidFill>
        <a:effectLst/>
      </p:bgPr>
    </p:bg>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id="{98C9DEC1-150C-501B-2DF1-6E2CB499B668}"/>
              </a:ext>
            </a:extLst>
          </p:cNvPr>
          <p:cNvGrpSpPr>
            <a:grpSpLocks noChangeAspect="1"/>
          </p:cNvGrpSpPr>
          <p:nvPr userDrawn="1"/>
        </p:nvGrpSpPr>
        <p:grpSpPr bwMode="auto">
          <a:xfrm>
            <a:off x="330271" y="327819"/>
            <a:ext cx="11536292" cy="1272297"/>
            <a:chOff x="0" y="3473"/>
            <a:chExt cx="15360" cy="1694"/>
          </a:xfrm>
          <a:solidFill>
            <a:schemeClr val="accent1"/>
          </a:solidFill>
        </p:grpSpPr>
        <p:sp>
          <p:nvSpPr>
            <p:cNvPr id="3" name="Freeform 5">
              <a:extLst>
                <a:ext uri="{FF2B5EF4-FFF2-40B4-BE49-F238E27FC236}">
                  <a16:creationId xmlns:a16="http://schemas.microsoft.com/office/drawing/2014/main" id="{E39A89AD-BEB6-79FD-8F05-4DF88E68FEE2}"/>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4" name="Freeform 6">
              <a:extLst>
                <a:ext uri="{FF2B5EF4-FFF2-40B4-BE49-F238E27FC236}">
                  <a16:creationId xmlns:a16="http://schemas.microsoft.com/office/drawing/2014/main" id="{733ED1C0-423D-3BA1-7D76-5AD063DB4966}"/>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5" name="Freeform 7">
              <a:extLst>
                <a:ext uri="{FF2B5EF4-FFF2-40B4-BE49-F238E27FC236}">
                  <a16:creationId xmlns:a16="http://schemas.microsoft.com/office/drawing/2014/main" id="{24321CB6-88B2-41D3-45AD-465FCCF9FFB4}"/>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5" name="Freeform 8">
              <a:extLst>
                <a:ext uri="{FF2B5EF4-FFF2-40B4-BE49-F238E27FC236}">
                  <a16:creationId xmlns:a16="http://schemas.microsoft.com/office/drawing/2014/main" id="{28DF50ED-77B5-2CCB-445E-BE59A74640E2}"/>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6" name="Freeform 9">
              <a:extLst>
                <a:ext uri="{FF2B5EF4-FFF2-40B4-BE49-F238E27FC236}">
                  <a16:creationId xmlns:a16="http://schemas.microsoft.com/office/drawing/2014/main" id="{3E46F43E-7289-80AB-2776-B413EE27EDF5}"/>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10">
              <a:extLst>
                <a:ext uri="{FF2B5EF4-FFF2-40B4-BE49-F238E27FC236}">
                  <a16:creationId xmlns:a16="http://schemas.microsoft.com/office/drawing/2014/main" id="{0C82D5C3-8445-8837-27CE-3B93EA4FA45F}"/>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8" name="Freeform 11">
              <a:extLst>
                <a:ext uri="{FF2B5EF4-FFF2-40B4-BE49-F238E27FC236}">
                  <a16:creationId xmlns:a16="http://schemas.microsoft.com/office/drawing/2014/main" id="{2D962E7C-3E08-D166-19E4-74C492278721}"/>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12">
              <a:extLst>
                <a:ext uri="{FF2B5EF4-FFF2-40B4-BE49-F238E27FC236}">
                  <a16:creationId xmlns:a16="http://schemas.microsoft.com/office/drawing/2014/main" id="{F4041540-D57A-59CB-04E7-A52B58E1F12F}"/>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1148999050"/>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End Slide Smoke">
    <p:bg>
      <p:bgPr>
        <a:solidFill>
          <a:schemeClr val="bg2"/>
        </a:solidFill>
        <a:effectLst/>
      </p:bgPr>
    </p:bg>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id="{98C9DEC1-150C-501B-2DF1-6E2CB499B668}"/>
              </a:ext>
            </a:extLst>
          </p:cNvPr>
          <p:cNvGrpSpPr>
            <a:grpSpLocks noChangeAspect="1"/>
          </p:cNvGrpSpPr>
          <p:nvPr userDrawn="1"/>
        </p:nvGrpSpPr>
        <p:grpSpPr bwMode="auto">
          <a:xfrm>
            <a:off x="330271" y="327819"/>
            <a:ext cx="11536292" cy="1272297"/>
            <a:chOff x="0" y="3473"/>
            <a:chExt cx="15360" cy="1694"/>
          </a:xfrm>
          <a:solidFill>
            <a:schemeClr val="accent1"/>
          </a:solidFill>
        </p:grpSpPr>
        <p:sp>
          <p:nvSpPr>
            <p:cNvPr id="3" name="Freeform 5">
              <a:extLst>
                <a:ext uri="{FF2B5EF4-FFF2-40B4-BE49-F238E27FC236}">
                  <a16:creationId xmlns:a16="http://schemas.microsoft.com/office/drawing/2014/main" id="{E39A89AD-BEB6-79FD-8F05-4DF88E68FEE2}"/>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4" name="Freeform 6">
              <a:extLst>
                <a:ext uri="{FF2B5EF4-FFF2-40B4-BE49-F238E27FC236}">
                  <a16:creationId xmlns:a16="http://schemas.microsoft.com/office/drawing/2014/main" id="{733ED1C0-423D-3BA1-7D76-5AD063DB4966}"/>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5" name="Freeform 7">
              <a:extLst>
                <a:ext uri="{FF2B5EF4-FFF2-40B4-BE49-F238E27FC236}">
                  <a16:creationId xmlns:a16="http://schemas.microsoft.com/office/drawing/2014/main" id="{24321CB6-88B2-41D3-45AD-465FCCF9FFB4}"/>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5" name="Freeform 8">
              <a:extLst>
                <a:ext uri="{FF2B5EF4-FFF2-40B4-BE49-F238E27FC236}">
                  <a16:creationId xmlns:a16="http://schemas.microsoft.com/office/drawing/2014/main" id="{28DF50ED-77B5-2CCB-445E-BE59A74640E2}"/>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6" name="Freeform 9">
              <a:extLst>
                <a:ext uri="{FF2B5EF4-FFF2-40B4-BE49-F238E27FC236}">
                  <a16:creationId xmlns:a16="http://schemas.microsoft.com/office/drawing/2014/main" id="{3E46F43E-7289-80AB-2776-B413EE27EDF5}"/>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10">
              <a:extLst>
                <a:ext uri="{FF2B5EF4-FFF2-40B4-BE49-F238E27FC236}">
                  <a16:creationId xmlns:a16="http://schemas.microsoft.com/office/drawing/2014/main" id="{0C82D5C3-8445-8837-27CE-3B93EA4FA45F}"/>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8" name="Freeform 11">
              <a:extLst>
                <a:ext uri="{FF2B5EF4-FFF2-40B4-BE49-F238E27FC236}">
                  <a16:creationId xmlns:a16="http://schemas.microsoft.com/office/drawing/2014/main" id="{2D962E7C-3E08-D166-19E4-74C492278721}"/>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12">
              <a:extLst>
                <a:ext uri="{FF2B5EF4-FFF2-40B4-BE49-F238E27FC236}">
                  <a16:creationId xmlns:a16="http://schemas.microsoft.com/office/drawing/2014/main" id="{F4041540-D57A-59CB-04E7-A52B58E1F12F}"/>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1658548261"/>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End Slide Khaki">
    <p:bg>
      <p:bgPr>
        <a:solidFill>
          <a:srgbClr val="FBF7DC"/>
        </a:solidFill>
        <a:effectLst/>
      </p:bgPr>
    </p:bg>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id="{98C9DEC1-150C-501B-2DF1-6E2CB499B668}"/>
              </a:ext>
            </a:extLst>
          </p:cNvPr>
          <p:cNvGrpSpPr>
            <a:grpSpLocks noChangeAspect="1"/>
          </p:cNvGrpSpPr>
          <p:nvPr userDrawn="1"/>
        </p:nvGrpSpPr>
        <p:grpSpPr bwMode="auto">
          <a:xfrm>
            <a:off x="330271" y="327819"/>
            <a:ext cx="11536292" cy="1272297"/>
            <a:chOff x="0" y="3473"/>
            <a:chExt cx="15360" cy="1694"/>
          </a:xfrm>
          <a:solidFill>
            <a:schemeClr val="accent1"/>
          </a:solidFill>
        </p:grpSpPr>
        <p:sp>
          <p:nvSpPr>
            <p:cNvPr id="3" name="Freeform 5">
              <a:extLst>
                <a:ext uri="{FF2B5EF4-FFF2-40B4-BE49-F238E27FC236}">
                  <a16:creationId xmlns:a16="http://schemas.microsoft.com/office/drawing/2014/main" id="{E39A89AD-BEB6-79FD-8F05-4DF88E68FEE2}"/>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4" name="Freeform 6">
              <a:extLst>
                <a:ext uri="{FF2B5EF4-FFF2-40B4-BE49-F238E27FC236}">
                  <a16:creationId xmlns:a16="http://schemas.microsoft.com/office/drawing/2014/main" id="{733ED1C0-423D-3BA1-7D76-5AD063DB4966}"/>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5" name="Freeform 7">
              <a:extLst>
                <a:ext uri="{FF2B5EF4-FFF2-40B4-BE49-F238E27FC236}">
                  <a16:creationId xmlns:a16="http://schemas.microsoft.com/office/drawing/2014/main" id="{24321CB6-88B2-41D3-45AD-465FCCF9FFB4}"/>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5" name="Freeform 8">
              <a:extLst>
                <a:ext uri="{FF2B5EF4-FFF2-40B4-BE49-F238E27FC236}">
                  <a16:creationId xmlns:a16="http://schemas.microsoft.com/office/drawing/2014/main" id="{28DF50ED-77B5-2CCB-445E-BE59A74640E2}"/>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6" name="Freeform 9">
              <a:extLst>
                <a:ext uri="{FF2B5EF4-FFF2-40B4-BE49-F238E27FC236}">
                  <a16:creationId xmlns:a16="http://schemas.microsoft.com/office/drawing/2014/main" id="{3E46F43E-7289-80AB-2776-B413EE27EDF5}"/>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10">
              <a:extLst>
                <a:ext uri="{FF2B5EF4-FFF2-40B4-BE49-F238E27FC236}">
                  <a16:creationId xmlns:a16="http://schemas.microsoft.com/office/drawing/2014/main" id="{0C82D5C3-8445-8837-27CE-3B93EA4FA45F}"/>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8" name="Freeform 11">
              <a:extLst>
                <a:ext uri="{FF2B5EF4-FFF2-40B4-BE49-F238E27FC236}">
                  <a16:creationId xmlns:a16="http://schemas.microsoft.com/office/drawing/2014/main" id="{2D962E7C-3E08-D166-19E4-74C492278721}"/>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12">
              <a:extLst>
                <a:ext uri="{FF2B5EF4-FFF2-40B4-BE49-F238E27FC236}">
                  <a16:creationId xmlns:a16="http://schemas.microsoft.com/office/drawing/2014/main" id="{F4041540-D57A-59CB-04E7-A52B58E1F12F}"/>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211696665"/>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End Slide Blue">
    <p:bg>
      <p:bgPr>
        <a:solidFill>
          <a:schemeClr val="accent1"/>
        </a:solidFill>
        <a:effectLst/>
      </p:bgPr>
    </p:bg>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id="{8F1E4B3C-5470-00F2-B8CB-BB4906CF439D}"/>
              </a:ext>
            </a:extLst>
          </p:cNvPr>
          <p:cNvGrpSpPr>
            <a:grpSpLocks noChangeAspect="1"/>
          </p:cNvGrpSpPr>
          <p:nvPr userDrawn="1"/>
        </p:nvGrpSpPr>
        <p:grpSpPr bwMode="auto">
          <a:xfrm>
            <a:off x="330271" y="327819"/>
            <a:ext cx="11536292" cy="1272297"/>
            <a:chOff x="0" y="3473"/>
            <a:chExt cx="15360" cy="1694"/>
          </a:xfrm>
        </p:grpSpPr>
        <p:sp>
          <p:nvSpPr>
            <p:cNvPr id="3" name="Freeform 5">
              <a:extLst>
                <a:ext uri="{FF2B5EF4-FFF2-40B4-BE49-F238E27FC236}">
                  <a16:creationId xmlns:a16="http://schemas.microsoft.com/office/drawing/2014/main" id="{7D7A316D-6FA6-8EBE-A7B4-43071E70A86B}"/>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4" name="Freeform 6">
              <a:extLst>
                <a:ext uri="{FF2B5EF4-FFF2-40B4-BE49-F238E27FC236}">
                  <a16:creationId xmlns:a16="http://schemas.microsoft.com/office/drawing/2014/main" id="{11C06CEA-028D-9197-2DEF-67878595AE6C}"/>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5" name="Freeform 7">
              <a:extLst>
                <a:ext uri="{FF2B5EF4-FFF2-40B4-BE49-F238E27FC236}">
                  <a16:creationId xmlns:a16="http://schemas.microsoft.com/office/drawing/2014/main" id="{DEA93E8D-A827-0EF8-FC25-4EDF7B194E88}"/>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5" name="Freeform 8">
              <a:extLst>
                <a:ext uri="{FF2B5EF4-FFF2-40B4-BE49-F238E27FC236}">
                  <a16:creationId xmlns:a16="http://schemas.microsoft.com/office/drawing/2014/main" id="{DF359F29-A6DD-FD4C-F807-701DEA41EDF2}"/>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6" name="Freeform 9">
              <a:extLst>
                <a:ext uri="{FF2B5EF4-FFF2-40B4-BE49-F238E27FC236}">
                  <a16:creationId xmlns:a16="http://schemas.microsoft.com/office/drawing/2014/main" id="{2468BF6B-AEBB-4CAA-244D-9EBE80B9A1DB}"/>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10">
              <a:extLst>
                <a:ext uri="{FF2B5EF4-FFF2-40B4-BE49-F238E27FC236}">
                  <a16:creationId xmlns:a16="http://schemas.microsoft.com/office/drawing/2014/main" id="{CC60AC05-547F-FA65-604E-4ED4912EA9E4}"/>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8" name="Freeform 11">
              <a:extLst>
                <a:ext uri="{FF2B5EF4-FFF2-40B4-BE49-F238E27FC236}">
                  <a16:creationId xmlns:a16="http://schemas.microsoft.com/office/drawing/2014/main" id="{7632E58E-1400-1E6E-BB60-7A9B794F41F4}"/>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12">
              <a:extLst>
                <a:ext uri="{FF2B5EF4-FFF2-40B4-BE49-F238E27FC236}">
                  <a16:creationId xmlns:a16="http://schemas.microsoft.com/office/drawing/2014/main" id="{4D65D159-581D-F29B-BBD4-C1C5BACCEEFB}"/>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4250105972"/>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End Slide Image">
    <p:bg>
      <p:bgPr>
        <a:solidFill>
          <a:schemeClr val="bg1">
            <a:lumMod val="85000"/>
          </a:schemeClr>
        </a:solidFill>
        <a:effectLst/>
      </p:bgPr>
    </p:bg>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id="{3A87AD45-2D2F-D96C-947C-BAE35BFEBEE3}"/>
              </a:ext>
            </a:extLst>
          </p:cNvPr>
          <p:cNvGrpSpPr>
            <a:grpSpLocks noChangeAspect="1"/>
          </p:cNvGrpSpPr>
          <p:nvPr userDrawn="1"/>
        </p:nvGrpSpPr>
        <p:grpSpPr bwMode="auto">
          <a:xfrm>
            <a:off x="330271" y="327819"/>
            <a:ext cx="11536292" cy="1272297"/>
            <a:chOff x="0" y="3473"/>
            <a:chExt cx="15360" cy="1694"/>
          </a:xfrm>
        </p:grpSpPr>
        <p:sp>
          <p:nvSpPr>
            <p:cNvPr id="3" name="Freeform 5">
              <a:extLst>
                <a:ext uri="{FF2B5EF4-FFF2-40B4-BE49-F238E27FC236}">
                  <a16:creationId xmlns:a16="http://schemas.microsoft.com/office/drawing/2014/main" id="{31EDC35F-4F2D-B2A7-1ECD-0CF19D1AD285}"/>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4" name="Freeform 6">
              <a:extLst>
                <a:ext uri="{FF2B5EF4-FFF2-40B4-BE49-F238E27FC236}">
                  <a16:creationId xmlns:a16="http://schemas.microsoft.com/office/drawing/2014/main" id="{97F4776F-4E5E-13DF-F11A-A6808FFFC980}"/>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5" name="Freeform 7">
              <a:extLst>
                <a:ext uri="{FF2B5EF4-FFF2-40B4-BE49-F238E27FC236}">
                  <a16:creationId xmlns:a16="http://schemas.microsoft.com/office/drawing/2014/main" id="{BA993AE1-6A24-5C17-7FE2-A16589D9C4A6}"/>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5" name="Freeform 8">
              <a:extLst>
                <a:ext uri="{FF2B5EF4-FFF2-40B4-BE49-F238E27FC236}">
                  <a16:creationId xmlns:a16="http://schemas.microsoft.com/office/drawing/2014/main" id="{DA87F8EF-CDAD-15A2-A361-88921E1CAF7E}"/>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6" name="Freeform 9">
              <a:extLst>
                <a:ext uri="{FF2B5EF4-FFF2-40B4-BE49-F238E27FC236}">
                  <a16:creationId xmlns:a16="http://schemas.microsoft.com/office/drawing/2014/main" id="{E90186DB-2300-A8AA-8FAD-2C609649A61A}"/>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10">
              <a:extLst>
                <a:ext uri="{FF2B5EF4-FFF2-40B4-BE49-F238E27FC236}">
                  <a16:creationId xmlns:a16="http://schemas.microsoft.com/office/drawing/2014/main" id="{31922286-E237-1114-3A54-E1731611D66C}"/>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8" name="Freeform 11">
              <a:extLst>
                <a:ext uri="{FF2B5EF4-FFF2-40B4-BE49-F238E27FC236}">
                  <a16:creationId xmlns:a16="http://schemas.microsoft.com/office/drawing/2014/main" id="{1B4DA78C-0EF6-B05D-F2D2-EFEDA343E394}"/>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12">
              <a:extLst>
                <a:ext uri="{FF2B5EF4-FFF2-40B4-BE49-F238E27FC236}">
                  <a16:creationId xmlns:a16="http://schemas.microsoft.com/office/drawing/2014/main" id="{A00F92FE-6EB2-0D0E-BFC9-559AD1E7A4E7}"/>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1216125896"/>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1C1E3-6A7C-C21D-910D-C4B7DFFF5270}"/>
              </a:ext>
            </a:extLst>
          </p:cNvPr>
          <p:cNvSpPr>
            <a:spLocks noGrp="1"/>
          </p:cNvSpPr>
          <p:nvPr>
            <p:ph type="ctrTitle"/>
          </p:nvPr>
        </p:nvSpPr>
        <p:spPr>
          <a:xfrm>
            <a:off x="317251" y="3338719"/>
            <a:ext cx="9144000" cy="1828406"/>
          </a:xfrm>
        </p:spPr>
        <p:txBody>
          <a:bodyPr anchor="t"/>
          <a:lstStyle>
            <a:lvl1pPr algn="l">
              <a:defRPr sz="6400">
                <a:solidFill>
                  <a:schemeClr val="accent1"/>
                </a:solidFill>
              </a:defRPr>
            </a:lvl1pPr>
          </a:lstStyle>
          <a:p>
            <a:r>
              <a:rPr lang="en-GB"/>
              <a:t>Click to edit Master title style</a:t>
            </a:r>
            <a:endParaRPr lang="en-GB" dirty="0"/>
          </a:p>
        </p:txBody>
      </p:sp>
      <p:sp>
        <p:nvSpPr>
          <p:cNvPr id="18" name="Text Placeholder 17">
            <a:extLst>
              <a:ext uri="{FF2B5EF4-FFF2-40B4-BE49-F238E27FC236}">
                <a16:creationId xmlns:a16="http://schemas.microsoft.com/office/drawing/2014/main" id="{C1B026B9-3E51-5733-811C-2FA3BC73B238}"/>
              </a:ext>
            </a:extLst>
          </p:cNvPr>
          <p:cNvSpPr>
            <a:spLocks noGrp="1"/>
          </p:cNvSpPr>
          <p:nvPr>
            <p:ph type="body" sz="quarter" idx="10"/>
          </p:nvPr>
        </p:nvSpPr>
        <p:spPr>
          <a:xfrm>
            <a:off x="330271" y="5790130"/>
            <a:ext cx="5606484" cy="740845"/>
          </a:xfrm>
        </p:spPr>
        <p:txBody>
          <a:bodyPr anchor="b"/>
          <a:lstStyle>
            <a:lvl1pPr>
              <a:defRPr>
                <a:solidFill>
                  <a:schemeClr val="accent1"/>
                </a:solidFill>
                <a:latin typeface="Imperial Sans Text Medium" panose="020B0603020202020204" pitchFamily="34" charset="0"/>
                <a:ea typeface="Inter Medium" panose="02000503000000020004" pitchFamily="2" charset="0"/>
              </a:defRPr>
            </a:lvl1pPr>
            <a:lvl2pPr>
              <a:defRPr>
                <a:solidFill>
                  <a:schemeClr val="accent1"/>
                </a:solidFill>
              </a:defRPr>
            </a:lvl2pPr>
            <a:lvl3pPr>
              <a:defRPr>
                <a:solidFill>
                  <a:schemeClr val="accent1"/>
                </a:solidFill>
                <a:latin typeface="Inter Medium" panose="02000503000000020004" pitchFamily="2" charset="0"/>
                <a:ea typeface="Inter Medium" panose="02000503000000020004" pitchFamily="2" charset="0"/>
              </a:defRPr>
            </a:lvl3pPr>
            <a:lvl4pPr>
              <a:defRPr>
                <a:solidFill>
                  <a:schemeClr val="accent1"/>
                </a:solidFill>
                <a:latin typeface="Inter Medium" panose="02000503000000020004" pitchFamily="2" charset="0"/>
                <a:ea typeface="Inter Medium" panose="02000503000000020004" pitchFamily="2" charset="0"/>
              </a:defRPr>
            </a:lvl4pPr>
            <a:lvl5pPr>
              <a:defRPr>
                <a:solidFill>
                  <a:schemeClr val="accent1"/>
                </a:solidFill>
                <a:latin typeface="Inter Medium" panose="02000503000000020004" pitchFamily="2" charset="0"/>
                <a:ea typeface="Inter Medium" panose="02000503000000020004" pitchFamily="2" charset="0"/>
              </a:defRPr>
            </a:lvl5pPr>
          </a:lstStyle>
          <a:p>
            <a:pPr lvl="0"/>
            <a:r>
              <a:rPr lang="en-GB"/>
              <a:t>Click to edit Master text styles</a:t>
            </a:r>
          </a:p>
        </p:txBody>
      </p:sp>
      <p:grpSp>
        <p:nvGrpSpPr>
          <p:cNvPr id="3" name="Group 4">
            <a:extLst>
              <a:ext uri="{FF2B5EF4-FFF2-40B4-BE49-F238E27FC236}">
                <a16:creationId xmlns:a16="http://schemas.microsoft.com/office/drawing/2014/main" id="{B9815FA8-AE01-67BC-5B0D-996D4CDAD192}"/>
              </a:ext>
            </a:extLst>
          </p:cNvPr>
          <p:cNvGrpSpPr>
            <a:grpSpLocks noChangeAspect="1"/>
          </p:cNvGrpSpPr>
          <p:nvPr userDrawn="1"/>
        </p:nvGrpSpPr>
        <p:grpSpPr bwMode="auto">
          <a:xfrm>
            <a:off x="330271" y="327819"/>
            <a:ext cx="3972600" cy="438124"/>
            <a:chOff x="0" y="3473"/>
            <a:chExt cx="15360" cy="1694"/>
          </a:xfrm>
          <a:solidFill>
            <a:schemeClr val="accent1"/>
          </a:solidFill>
        </p:grpSpPr>
        <p:sp>
          <p:nvSpPr>
            <p:cNvPr id="4" name="Freeform 5">
              <a:extLst>
                <a:ext uri="{FF2B5EF4-FFF2-40B4-BE49-F238E27FC236}">
                  <a16:creationId xmlns:a16="http://schemas.microsoft.com/office/drawing/2014/main" id="{FB1AA775-4CCE-276F-2BCF-CDB5A9211FDB}"/>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5" name="Freeform 6">
              <a:extLst>
                <a:ext uri="{FF2B5EF4-FFF2-40B4-BE49-F238E27FC236}">
                  <a16:creationId xmlns:a16="http://schemas.microsoft.com/office/drawing/2014/main" id="{D0FDD9D0-D471-8D20-94AE-C3BC73F88F8D}"/>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6" name="Freeform 7">
              <a:extLst>
                <a:ext uri="{FF2B5EF4-FFF2-40B4-BE49-F238E27FC236}">
                  <a16:creationId xmlns:a16="http://schemas.microsoft.com/office/drawing/2014/main" id="{CD6C2A08-9069-9582-5D59-A51210F8CB78}"/>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8" name="Freeform 8">
              <a:extLst>
                <a:ext uri="{FF2B5EF4-FFF2-40B4-BE49-F238E27FC236}">
                  <a16:creationId xmlns:a16="http://schemas.microsoft.com/office/drawing/2014/main" id="{610C2D08-4FE4-C1FC-5226-E7A45B13D658}"/>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9">
              <a:extLst>
                <a:ext uri="{FF2B5EF4-FFF2-40B4-BE49-F238E27FC236}">
                  <a16:creationId xmlns:a16="http://schemas.microsoft.com/office/drawing/2014/main" id="{8010D1AF-A77E-06AA-9B05-D1DD5EE83096}"/>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10">
              <a:extLst>
                <a:ext uri="{FF2B5EF4-FFF2-40B4-BE49-F238E27FC236}">
                  <a16:creationId xmlns:a16="http://schemas.microsoft.com/office/drawing/2014/main" id="{98B53AE0-4719-5655-6BA0-0E7E9ECB8EC1}"/>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0" name="Freeform 11">
              <a:extLst>
                <a:ext uri="{FF2B5EF4-FFF2-40B4-BE49-F238E27FC236}">
                  <a16:creationId xmlns:a16="http://schemas.microsoft.com/office/drawing/2014/main" id="{0AD6D1E9-D44F-9A59-4CB4-033C25A77DAC}"/>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1" name="Freeform 12">
              <a:extLst>
                <a:ext uri="{FF2B5EF4-FFF2-40B4-BE49-F238E27FC236}">
                  <a16:creationId xmlns:a16="http://schemas.microsoft.com/office/drawing/2014/main" id="{F58ED361-0E2C-77F6-2830-FBB60D746483}"/>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1761819100"/>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Closing Slide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1C1E3-6A7C-C21D-910D-C4B7DFFF5270}"/>
              </a:ext>
            </a:extLst>
          </p:cNvPr>
          <p:cNvSpPr>
            <a:spLocks noGrp="1"/>
          </p:cNvSpPr>
          <p:nvPr>
            <p:ph type="ctrTitle"/>
          </p:nvPr>
        </p:nvSpPr>
        <p:spPr>
          <a:xfrm>
            <a:off x="317251" y="3338719"/>
            <a:ext cx="9144000" cy="1828406"/>
          </a:xfrm>
        </p:spPr>
        <p:txBody>
          <a:bodyPr anchor="t"/>
          <a:lstStyle>
            <a:lvl1pPr algn="l">
              <a:defRPr sz="6400">
                <a:solidFill>
                  <a:schemeClr val="accent1"/>
                </a:solidFill>
              </a:defRPr>
            </a:lvl1pPr>
          </a:lstStyle>
          <a:p>
            <a:r>
              <a:rPr lang="en-GB"/>
              <a:t>Click to edit Master title style</a:t>
            </a:r>
            <a:endParaRPr lang="en-GB" dirty="0"/>
          </a:p>
        </p:txBody>
      </p:sp>
      <p:sp>
        <p:nvSpPr>
          <p:cNvPr id="18" name="Text Placeholder 17">
            <a:extLst>
              <a:ext uri="{FF2B5EF4-FFF2-40B4-BE49-F238E27FC236}">
                <a16:creationId xmlns:a16="http://schemas.microsoft.com/office/drawing/2014/main" id="{C1B026B9-3E51-5733-811C-2FA3BC73B238}"/>
              </a:ext>
            </a:extLst>
          </p:cNvPr>
          <p:cNvSpPr>
            <a:spLocks noGrp="1"/>
          </p:cNvSpPr>
          <p:nvPr>
            <p:ph type="body" sz="quarter" idx="10"/>
          </p:nvPr>
        </p:nvSpPr>
        <p:spPr>
          <a:xfrm>
            <a:off x="330271" y="5790130"/>
            <a:ext cx="5606484" cy="740845"/>
          </a:xfrm>
        </p:spPr>
        <p:txBody>
          <a:bodyPr anchor="b"/>
          <a:lstStyle>
            <a:lvl1pPr>
              <a:defRPr>
                <a:solidFill>
                  <a:schemeClr val="accent1"/>
                </a:solidFill>
                <a:latin typeface="Imperial Sans Text Medium" panose="020B0603020202020204" pitchFamily="34" charset="0"/>
                <a:ea typeface="Inter Medium" panose="02000503000000020004" pitchFamily="2" charset="0"/>
              </a:defRPr>
            </a:lvl1pPr>
            <a:lvl2pPr>
              <a:defRPr>
                <a:solidFill>
                  <a:schemeClr val="accent1"/>
                </a:solidFill>
              </a:defRPr>
            </a:lvl2pPr>
            <a:lvl3pPr>
              <a:defRPr>
                <a:solidFill>
                  <a:schemeClr val="accent1"/>
                </a:solidFill>
                <a:latin typeface="Inter Medium" panose="02000503000000020004" pitchFamily="2" charset="0"/>
                <a:ea typeface="Inter Medium" panose="02000503000000020004" pitchFamily="2" charset="0"/>
              </a:defRPr>
            </a:lvl3pPr>
            <a:lvl4pPr>
              <a:defRPr>
                <a:solidFill>
                  <a:schemeClr val="accent1"/>
                </a:solidFill>
                <a:latin typeface="Inter Medium" panose="02000503000000020004" pitchFamily="2" charset="0"/>
                <a:ea typeface="Inter Medium" panose="02000503000000020004" pitchFamily="2" charset="0"/>
              </a:defRPr>
            </a:lvl4pPr>
            <a:lvl5pPr>
              <a:defRPr>
                <a:solidFill>
                  <a:schemeClr val="accent1"/>
                </a:solidFill>
                <a:latin typeface="Inter Medium" panose="02000503000000020004" pitchFamily="2" charset="0"/>
                <a:ea typeface="Inter Medium" panose="02000503000000020004" pitchFamily="2" charset="0"/>
              </a:defRPr>
            </a:lvl5pPr>
          </a:lstStyle>
          <a:p>
            <a:pPr lvl="0"/>
            <a:r>
              <a:rPr lang="en-GB"/>
              <a:t>Click to edit Master text styles</a:t>
            </a:r>
          </a:p>
        </p:txBody>
      </p:sp>
      <p:grpSp>
        <p:nvGrpSpPr>
          <p:cNvPr id="3" name="Group 4">
            <a:extLst>
              <a:ext uri="{FF2B5EF4-FFF2-40B4-BE49-F238E27FC236}">
                <a16:creationId xmlns:a16="http://schemas.microsoft.com/office/drawing/2014/main" id="{B9815FA8-AE01-67BC-5B0D-996D4CDAD192}"/>
              </a:ext>
            </a:extLst>
          </p:cNvPr>
          <p:cNvGrpSpPr>
            <a:grpSpLocks noChangeAspect="1"/>
          </p:cNvGrpSpPr>
          <p:nvPr userDrawn="1"/>
        </p:nvGrpSpPr>
        <p:grpSpPr bwMode="auto">
          <a:xfrm>
            <a:off x="330271" y="327819"/>
            <a:ext cx="3972600" cy="438124"/>
            <a:chOff x="0" y="3473"/>
            <a:chExt cx="15360" cy="1694"/>
          </a:xfrm>
          <a:solidFill>
            <a:schemeClr val="accent1"/>
          </a:solidFill>
        </p:grpSpPr>
        <p:sp>
          <p:nvSpPr>
            <p:cNvPr id="4" name="Freeform 5">
              <a:extLst>
                <a:ext uri="{FF2B5EF4-FFF2-40B4-BE49-F238E27FC236}">
                  <a16:creationId xmlns:a16="http://schemas.microsoft.com/office/drawing/2014/main" id="{FB1AA775-4CCE-276F-2BCF-CDB5A9211FDB}"/>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5" name="Freeform 6">
              <a:extLst>
                <a:ext uri="{FF2B5EF4-FFF2-40B4-BE49-F238E27FC236}">
                  <a16:creationId xmlns:a16="http://schemas.microsoft.com/office/drawing/2014/main" id="{D0FDD9D0-D471-8D20-94AE-C3BC73F88F8D}"/>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6" name="Freeform 7">
              <a:extLst>
                <a:ext uri="{FF2B5EF4-FFF2-40B4-BE49-F238E27FC236}">
                  <a16:creationId xmlns:a16="http://schemas.microsoft.com/office/drawing/2014/main" id="{CD6C2A08-9069-9582-5D59-A51210F8CB78}"/>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8" name="Freeform 8">
              <a:extLst>
                <a:ext uri="{FF2B5EF4-FFF2-40B4-BE49-F238E27FC236}">
                  <a16:creationId xmlns:a16="http://schemas.microsoft.com/office/drawing/2014/main" id="{610C2D08-4FE4-C1FC-5226-E7A45B13D658}"/>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9">
              <a:extLst>
                <a:ext uri="{FF2B5EF4-FFF2-40B4-BE49-F238E27FC236}">
                  <a16:creationId xmlns:a16="http://schemas.microsoft.com/office/drawing/2014/main" id="{8010D1AF-A77E-06AA-9B05-D1DD5EE83096}"/>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10">
              <a:extLst>
                <a:ext uri="{FF2B5EF4-FFF2-40B4-BE49-F238E27FC236}">
                  <a16:creationId xmlns:a16="http://schemas.microsoft.com/office/drawing/2014/main" id="{98B53AE0-4719-5655-6BA0-0E7E9ECB8EC1}"/>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0" name="Freeform 11">
              <a:extLst>
                <a:ext uri="{FF2B5EF4-FFF2-40B4-BE49-F238E27FC236}">
                  <a16:creationId xmlns:a16="http://schemas.microsoft.com/office/drawing/2014/main" id="{0AD6D1E9-D44F-9A59-4CB4-033C25A77DAC}"/>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1" name="Freeform 12">
              <a:extLst>
                <a:ext uri="{FF2B5EF4-FFF2-40B4-BE49-F238E27FC236}">
                  <a16:creationId xmlns:a16="http://schemas.microsoft.com/office/drawing/2014/main" id="{F58ED361-0E2C-77F6-2830-FBB60D746483}"/>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2408184500"/>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losing Slide Khaki">
    <p:bg>
      <p:bgPr>
        <a:solidFill>
          <a:srgbClr val="FBF7D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1C1E3-6A7C-C21D-910D-C4B7DFFF5270}"/>
              </a:ext>
            </a:extLst>
          </p:cNvPr>
          <p:cNvSpPr>
            <a:spLocks noGrp="1"/>
          </p:cNvSpPr>
          <p:nvPr>
            <p:ph type="ctrTitle"/>
          </p:nvPr>
        </p:nvSpPr>
        <p:spPr>
          <a:xfrm>
            <a:off x="317251" y="3338719"/>
            <a:ext cx="9144000" cy="1828406"/>
          </a:xfrm>
        </p:spPr>
        <p:txBody>
          <a:bodyPr anchor="t"/>
          <a:lstStyle>
            <a:lvl1pPr algn="l">
              <a:defRPr sz="6400">
                <a:solidFill>
                  <a:schemeClr val="accent1"/>
                </a:solidFill>
              </a:defRPr>
            </a:lvl1pPr>
          </a:lstStyle>
          <a:p>
            <a:r>
              <a:rPr lang="en-GB"/>
              <a:t>Click to edit Master title style</a:t>
            </a:r>
            <a:endParaRPr lang="en-GB" dirty="0"/>
          </a:p>
        </p:txBody>
      </p:sp>
      <p:sp>
        <p:nvSpPr>
          <p:cNvPr id="18" name="Text Placeholder 17">
            <a:extLst>
              <a:ext uri="{FF2B5EF4-FFF2-40B4-BE49-F238E27FC236}">
                <a16:creationId xmlns:a16="http://schemas.microsoft.com/office/drawing/2014/main" id="{C1B026B9-3E51-5733-811C-2FA3BC73B238}"/>
              </a:ext>
            </a:extLst>
          </p:cNvPr>
          <p:cNvSpPr>
            <a:spLocks noGrp="1"/>
          </p:cNvSpPr>
          <p:nvPr>
            <p:ph type="body" sz="quarter" idx="10"/>
          </p:nvPr>
        </p:nvSpPr>
        <p:spPr>
          <a:xfrm>
            <a:off x="330271" y="5790130"/>
            <a:ext cx="5606484" cy="740845"/>
          </a:xfrm>
        </p:spPr>
        <p:txBody>
          <a:bodyPr anchor="b"/>
          <a:lstStyle>
            <a:lvl1pPr>
              <a:defRPr>
                <a:solidFill>
                  <a:schemeClr val="accent1"/>
                </a:solidFill>
                <a:latin typeface="Imperial Sans Text Medium" panose="020B0603020202020204" pitchFamily="34" charset="0"/>
                <a:ea typeface="Inter Medium" panose="02000503000000020004" pitchFamily="2" charset="0"/>
              </a:defRPr>
            </a:lvl1pPr>
            <a:lvl2pPr>
              <a:defRPr>
                <a:solidFill>
                  <a:schemeClr val="accent1"/>
                </a:solidFill>
              </a:defRPr>
            </a:lvl2pPr>
            <a:lvl3pPr>
              <a:defRPr>
                <a:solidFill>
                  <a:schemeClr val="accent1"/>
                </a:solidFill>
                <a:latin typeface="Inter Medium" panose="02000503000000020004" pitchFamily="2" charset="0"/>
                <a:ea typeface="Inter Medium" panose="02000503000000020004" pitchFamily="2" charset="0"/>
              </a:defRPr>
            </a:lvl3pPr>
            <a:lvl4pPr>
              <a:defRPr>
                <a:solidFill>
                  <a:schemeClr val="accent1"/>
                </a:solidFill>
                <a:latin typeface="Inter Medium" panose="02000503000000020004" pitchFamily="2" charset="0"/>
                <a:ea typeface="Inter Medium" panose="02000503000000020004" pitchFamily="2" charset="0"/>
              </a:defRPr>
            </a:lvl4pPr>
            <a:lvl5pPr>
              <a:defRPr>
                <a:solidFill>
                  <a:schemeClr val="accent1"/>
                </a:solidFill>
                <a:latin typeface="Inter Medium" panose="02000503000000020004" pitchFamily="2" charset="0"/>
                <a:ea typeface="Inter Medium" panose="02000503000000020004" pitchFamily="2" charset="0"/>
              </a:defRPr>
            </a:lvl5pPr>
          </a:lstStyle>
          <a:p>
            <a:pPr lvl="0"/>
            <a:r>
              <a:rPr lang="en-GB"/>
              <a:t>Click to edit Master text styles</a:t>
            </a:r>
          </a:p>
        </p:txBody>
      </p:sp>
      <p:grpSp>
        <p:nvGrpSpPr>
          <p:cNvPr id="3" name="Group 4">
            <a:extLst>
              <a:ext uri="{FF2B5EF4-FFF2-40B4-BE49-F238E27FC236}">
                <a16:creationId xmlns:a16="http://schemas.microsoft.com/office/drawing/2014/main" id="{B9815FA8-AE01-67BC-5B0D-996D4CDAD192}"/>
              </a:ext>
            </a:extLst>
          </p:cNvPr>
          <p:cNvGrpSpPr>
            <a:grpSpLocks noChangeAspect="1"/>
          </p:cNvGrpSpPr>
          <p:nvPr userDrawn="1"/>
        </p:nvGrpSpPr>
        <p:grpSpPr bwMode="auto">
          <a:xfrm>
            <a:off x="330271" y="327819"/>
            <a:ext cx="3972600" cy="438124"/>
            <a:chOff x="0" y="3473"/>
            <a:chExt cx="15360" cy="1694"/>
          </a:xfrm>
          <a:solidFill>
            <a:schemeClr val="accent1"/>
          </a:solidFill>
        </p:grpSpPr>
        <p:sp>
          <p:nvSpPr>
            <p:cNvPr id="4" name="Freeform 5">
              <a:extLst>
                <a:ext uri="{FF2B5EF4-FFF2-40B4-BE49-F238E27FC236}">
                  <a16:creationId xmlns:a16="http://schemas.microsoft.com/office/drawing/2014/main" id="{FB1AA775-4CCE-276F-2BCF-CDB5A9211FDB}"/>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5" name="Freeform 6">
              <a:extLst>
                <a:ext uri="{FF2B5EF4-FFF2-40B4-BE49-F238E27FC236}">
                  <a16:creationId xmlns:a16="http://schemas.microsoft.com/office/drawing/2014/main" id="{D0FDD9D0-D471-8D20-94AE-C3BC73F88F8D}"/>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6" name="Freeform 7">
              <a:extLst>
                <a:ext uri="{FF2B5EF4-FFF2-40B4-BE49-F238E27FC236}">
                  <a16:creationId xmlns:a16="http://schemas.microsoft.com/office/drawing/2014/main" id="{CD6C2A08-9069-9582-5D59-A51210F8CB78}"/>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8" name="Freeform 8">
              <a:extLst>
                <a:ext uri="{FF2B5EF4-FFF2-40B4-BE49-F238E27FC236}">
                  <a16:creationId xmlns:a16="http://schemas.microsoft.com/office/drawing/2014/main" id="{610C2D08-4FE4-C1FC-5226-E7A45B13D658}"/>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9">
              <a:extLst>
                <a:ext uri="{FF2B5EF4-FFF2-40B4-BE49-F238E27FC236}">
                  <a16:creationId xmlns:a16="http://schemas.microsoft.com/office/drawing/2014/main" id="{8010D1AF-A77E-06AA-9B05-D1DD5EE83096}"/>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10">
              <a:extLst>
                <a:ext uri="{FF2B5EF4-FFF2-40B4-BE49-F238E27FC236}">
                  <a16:creationId xmlns:a16="http://schemas.microsoft.com/office/drawing/2014/main" id="{98B53AE0-4719-5655-6BA0-0E7E9ECB8EC1}"/>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0" name="Freeform 11">
              <a:extLst>
                <a:ext uri="{FF2B5EF4-FFF2-40B4-BE49-F238E27FC236}">
                  <a16:creationId xmlns:a16="http://schemas.microsoft.com/office/drawing/2014/main" id="{0AD6D1E9-D44F-9A59-4CB4-033C25A77DAC}"/>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1" name="Freeform 12">
              <a:extLst>
                <a:ext uri="{FF2B5EF4-FFF2-40B4-BE49-F238E27FC236}">
                  <a16:creationId xmlns:a16="http://schemas.microsoft.com/office/drawing/2014/main" id="{F58ED361-0E2C-77F6-2830-FBB60D746483}"/>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1595170055"/>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Closing Slide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1C1E3-6A7C-C21D-910D-C4B7DFFF5270}"/>
              </a:ext>
            </a:extLst>
          </p:cNvPr>
          <p:cNvSpPr>
            <a:spLocks noGrp="1"/>
          </p:cNvSpPr>
          <p:nvPr>
            <p:ph type="ctrTitle"/>
          </p:nvPr>
        </p:nvSpPr>
        <p:spPr>
          <a:xfrm>
            <a:off x="317251" y="3338719"/>
            <a:ext cx="9144000" cy="1828406"/>
          </a:xfrm>
        </p:spPr>
        <p:txBody>
          <a:bodyPr anchor="t"/>
          <a:lstStyle>
            <a:lvl1pPr algn="l">
              <a:defRPr sz="6400">
                <a:solidFill>
                  <a:schemeClr val="bg1"/>
                </a:solidFill>
              </a:defRPr>
            </a:lvl1pPr>
          </a:lstStyle>
          <a:p>
            <a:r>
              <a:rPr lang="en-GB"/>
              <a:t>Click to edit Master title style</a:t>
            </a:r>
            <a:endParaRPr lang="en-GB" dirty="0"/>
          </a:p>
        </p:txBody>
      </p:sp>
      <p:sp>
        <p:nvSpPr>
          <p:cNvPr id="18" name="Text Placeholder 17">
            <a:extLst>
              <a:ext uri="{FF2B5EF4-FFF2-40B4-BE49-F238E27FC236}">
                <a16:creationId xmlns:a16="http://schemas.microsoft.com/office/drawing/2014/main" id="{C1B026B9-3E51-5733-811C-2FA3BC73B238}"/>
              </a:ext>
            </a:extLst>
          </p:cNvPr>
          <p:cNvSpPr>
            <a:spLocks noGrp="1"/>
          </p:cNvSpPr>
          <p:nvPr>
            <p:ph type="body" sz="quarter" idx="10"/>
          </p:nvPr>
        </p:nvSpPr>
        <p:spPr>
          <a:xfrm>
            <a:off x="330271" y="5878288"/>
            <a:ext cx="5606484" cy="652688"/>
          </a:xfrm>
        </p:spPr>
        <p:txBody>
          <a:bodyPr anchor="b"/>
          <a:lstStyle>
            <a:lvl1pPr>
              <a:defRPr>
                <a:solidFill>
                  <a:schemeClr val="bg1"/>
                </a:solidFill>
                <a:latin typeface="Imperial Sans Text Medium" panose="020B0603020202020204" pitchFamily="34" charset="0"/>
                <a:ea typeface="Inter Medium" panose="02000503000000020004" pitchFamily="2" charset="0"/>
              </a:defRPr>
            </a:lvl1pPr>
            <a:lvl2pPr>
              <a:defRPr>
                <a:solidFill>
                  <a:schemeClr val="bg1"/>
                </a:solidFill>
              </a:defRPr>
            </a:lvl2pPr>
            <a:lvl3pPr>
              <a:defRPr>
                <a:solidFill>
                  <a:schemeClr val="bg1"/>
                </a:solidFill>
                <a:latin typeface="Inter Medium" panose="02000503000000020004" pitchFamily="2" charset="0"/>
                <a:ea typeface="Inter Medium" panose="02000503000000020004" pitchFamily="2" charset="0"/>
              </a:defRPr>
            </a:lvl3pPr>
            <a:lvl4pPr>
              <a:defRPr>
                <a:solidFill>
                  <a:schemeClr val="bg1"/>
                </a:solidFill>
                <a:latin typeface="Inter Medium" panose="02000503000000020004" pitchFamily="2" charset="0"/>
                <a:ea typeface="Inter Medium" panose="02000503000000020004" pitchFamily="2" charset="0"/>
              </a:defRPr>
            </a:lvl4pPr>
            <a:lvl5pPr>
              <a:defRPr>
                <a:solidFill>
                  <a:schemeClr val="bg1"/>
                </a:solidFill>
                <a:latin typeface="Inter Medium" panose="02000503000000020004" pitchFamily="2" charset="0"/>
                <a:ea typeface="Inter Medium" panose="02000503000000020004" pitchFamily="2" charset="0"/>
              </a:defRPr>
            </a:lvl5pPr>
          </a:lstStyle>
          <a:p>
            <a:pPr lvl="0"/>
            <a:r>
              <a:rPr lang="en-GB"/>
              <a:t>Click to edit Master text styles</a:t>
            </a:r>
          </a:p>
        </p:txBody>
      </p:sp>
      <p:grpSp>
        <p:nvGrpSpPr>
          <p:cNvPr id="3" name="Group 4">
            <a:extLst>
              <a:ext uri="{FF2B5EF4-FFF2-40B4-BE49-F238E27FC236}">
                <a16:creationId xmlns:a16="http://schemas.microsoft.com/office/drawing/2014/main" id="{49CC1682-CCAA-5EE1-585E-F7C4434F1C5E}"/>
              </a:ext>
            </a:extLst>
          </p:cNvPr>
          <p:cNvGrpSpPr>
            <a:grpSpLocks noChangeAspect="1"/>
          </p:cNvGrpSpPr>
          <p:nvPr userDrawn="1"/>
        </p:nvGrpSpPr>
        <p:grpSpPr bwMode="auto">
          <a:xfrm>
            <a:off x="330271" y="327819"/>
            <a:ext cx="3972600" cy="438124"/>
            <a:chOff x="0" y="3473"/>
            <a:chExt cx="15360" cy="1694"/>
          </a:xfrm>
        </p:grpSpPr>
        <p:sp>
          <p:nvSpPr>
            <p:cNvPr id="4" name="Freeform 5">
              <a:extLst>
                <a:ext uri="{FF2B5EF4-FFF2-40B4-BE49-F238E27FC236}">
                  <a16:creationId xmlns:a16="http://schemas.microsoft.com/office/drawing/2014/main" id="{770403FB-3386-A0FE-3E9D-A2925EF0E8F0}"/>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5" name="Freeform 6">
              <a:extLst>
                <a:ext uri="{FF2B5EF4-FFF2-40B4-BE49-F238E27FC236}">
                  <a16:creationId xmlns:a16="http://schemas.microsoft.com/office/drawing/2014/main" id="{C2CDC1DE-179E-04D4-B493-BF069DE85D67}"/>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6" name="Freeform 7">
              <a:extLst>
                <a:ext uri="{FF2B5EF4-FFF2-40B4-BE49-F238E27FC236}">
                  <a16:creationId xmlns:a16="http://schemas.microsoft.com/office/drawing/2014/main" id="{B9A68412-C85B-6332-8B98-2635795BBA04}"/>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8" name="Freeform 8">
              <a:extLst>
                <a:ext uri="{FF2B5EF4-FFF2-40B4-BE49-F238E27FC236}">
                  <a16:creationId xmlns:a16="http://schemas.microsoft.com/office/drawing/2014/main" id="{D9ECB875-34C4-65FF-6CDA-1356F6BC767F}"/>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9">
              <a:extLst>
                <a:ext uri="{FF2B5EF4-FFF2-40B4-BE49-F238E27FC236}">
                  <a16:creationId xmlns:a16="http://schemas.microsoft.com/office/drawing/2014/main" id="{D3B5B848-7A8D-931B-DFC2-C5B37B8DB6F5}"/>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10">
              <a:extLst>
                <a:ext uri="{FF2B5EF4-FFF2-40B4-BE49-F238E27FC236}">
                  <a16:creationId xmlns:a16="http://schemas.microsoft.com/office/drawing/2014/main" id="{361AABDF-9542-DBC6-6388-ABE2035BE7BC}"/>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0" name="Freeform 11">
              <a:extLst>
                <a:ext uri="{FF2B5EF4-FFF2-40B4-BE49-F238E27FC236}">
                  <a16:creationId xmlns:a16="http://schemas.microsoft.com/office/drawing/2014/main" id="{057C10C3-A39D-D1F6-3C50-91EC9A5E76EF}"/>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1" name="Freeform 12">
              <a:extLst>
                <a:ext uri="{FF2B5EF4-FFF2-40B4-BE49-F238E27FC236}">
                  <a16:creationId xmlns:a16="http://schemas.microsoft.com/office/drawing/2014/main" id="{E4DD9B4A-92B0-0B9A-755B-A13B032A85A5}"/>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3000926829"/>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36668-9440-2FC4-1A20-CEA2160E17C3}"/>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BAA156BD-F388-30EA-2720-04061953B80B}"/>
              </a:ext>
            </a:extLst>
          </p:cNvPr>
          <p:cNvSpPr>
            <a:spLocks noGrp="1"/>
          </p:cNvSpPr>
          <p:nvPr>
            <p:ph type="dt" sz="half" idx="10"/>
          </p:nvPr>
        </p:nvSpPr>
        <p:spPr/>
        <p:txBody>
          <a:bodyPr/>
          <a:lstStyle/>
          <a:p>
            <a:fld id="{96CFCEB1-B862-4F10-8847-5623B995FEF9}" type="datetime1">
              <a:rPr lang="en-GB" smtClean="0"/>
              <a:t>18/03/2026</a:t>
            </a:fld>
            <a:endParaRPr lang="en-GB"/>
          </a:p>
        </p:txBody>
      </p:sp>
      <p:sp>
        <p:nvSpPr>
          <p:cNvPr id="4" name="Footer Placeholder 3">
            <a:extLst>
              <a:ext uri="{FF2B5EF4-FFF2-40B4-BE49-F238E27FC236}">
                <a16:creationId xmlns:a16="http://schemas.microsoft.com/office/drawing/2014/main" id="{93FDBFEE-0509-16B7-5DAE-5E0DB02DD78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EAB126A-2C1E-4241-BBEB-C3AA6FE6222E}"/>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7" name="Subtitle 2">
            <a:extLst>
              <a:ext uri="{FF2B5EF4-FFF2-40B4-BE49-F238E27FC236}">
                <a16:creationId xmlns:a16="http://schemas.microsoft.com/office/drawing/2014/main" id="{42358139-EACE-E729-C3E3-AD890A6D0F80}"/>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1711818251"/>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Only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36668-9440-2FC4-1A20-CEA2160E17C3}"/>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BAA156BD-F388-30EA-2720-04061953B80B}"/>
              </a:ext>
            </a:extLst>
          </p:cNvPr>
          <p:cNvSpPr>
            <a:spLocks noGrp="1"/>
          </p:cNvSpPr>
          <p:nvPr>
            <p:ph type="dt" sz="half" idx="10"/>
          </p:nvPr>
        </p:nvSpPr>
        <p:spPr/>
        <p:txBody>
          <a:bodyPr/>
          <a:lstStyle/>
          <a:p>
            <a:fld id="{B96F8243-A9F1-4856-AB40-60224DB0FEF9}" type="datetime1">
              <a:rPr lang="en-GB" smtClean="0"/>
              <a:t>18/03/2026</a:t>
            </a:fld>
            <a:endParaRPr lang="en-GB"/>
          </a:p>
        </p:txBody>
      </p:sp>
      <p:sp>
        <p:nvSpPr>
          <p:cNvPr id="4" name="Footer Placeholder 3">
            <a:extLst>
              <a:ext uri="{FF2B5EF4-FFF2-40B4-BE49-F238E27FC236}">
                <a16:creationId xmlns:a16="http://schemas.microsoft.com/office/drawing/2014/main" id="{93FDBFEE-0509-16B7-5DAE-5E0DB02DD78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EAB126A-2C1E-4241-BBEB-C3AA6FE6222E}"/>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7" name="Subtitle 2">
            <a:extLst>
              <a:ext uri="{FF2B5EF4-FFF2-40B4-BE49-F238E27FC236}">
                <a16:creationId xmlns:a16="http://schemas.microsoft.com/office/drawing/2014/main" id="{42358139-EACE-E729-C3E3-AD890A6D0F80}"/>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1437015067"/>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Only Khaki">
    <p:bg>
      <p:bgPr>
        <a:solidFill>
          <a:srgbClr val="FBF7D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36668-9440-2FC4-1A20-CEA2160E17C3}"/>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BAA156BD-F388-30EA-2720-04061953B80B}"/>
              </a:ext>
            </a:extLst>
          </p:cNvPr>
          <p:cNvSpPr>
            <a:spLocks noGrp="1"/>
          </p:cNvSpPr>
          <p:nvPr>
            <p:ph type="dt" sz="half" idx="10"/>
          </p:nvPr>
        </p:nvSpPr>
        <p:spPr/>
        <p:txBody>
          <a:bodyPr/>
          <a:lstStyle/>
          <a:p>
            <a:fld id="{11CC5219-1CCD-4C45-9353-665DC9C7404E}" type="datetime1">
              <a:rPr lang="en-GB" smtClean="0"/>
              <a:t>18/03/2026</a:t>
            </a:fld>
            <a:endParaRPr lang="en-GB"/>
          </a:p>
        </p:txBody>
      </p:sp>
      <p:sp>
        <p:nvSpPr>
          <p:cNvPr id="4" name="Footer Placeholder 3">
            <a:extLst>
              <a:ext uri="{FF2B5EF4-FFF2-40B4-BE49-F238E27FC236}">
                <a16:creationId xmlns:a16="http://schemas.microsoft.com/office/drawing/2014/main" id="{93FDBFEE-0509-16B7-5DAE-5E0DB02DD78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EAB126A-2C1E-4241-BBEB-C3AA6FE6222E}"/>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7" name="Subtitle 2">
            <a:extLst>
              <a:ext uri="{FF2B5EF4-FFF2-40B4-BE49-F238E27FC236}">
                <a16:creationId xmlns:a16="http://schemas.microsoft.com/office/drawing/2014/main" id="{42358139-EACE-E729-C3E3-AD890A6D0F80}"/>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GB"/>
              <a:t>Click to edit Master subtitle style</a:t>
            </a:r>
            <a:endParaRPr lang="en-GB" dirty="0"/>
          </a:p>
        </p:txBody>
      </p:sp>
    </p:spTree>
    <p:extLst>
      <p:ext uri="{BB962C8B-B14F-4D97-AF65-F5344CB8AC3E}">
        <p14:creationId xmlns:p14="http://schemas.microsoft.com/office/powerpoint/2010/main" val="258909866"/>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B01DE9-7247-71C2-3301-8F43BD947000}"/>
              </a:ext>
            </a:extLst>
          </p:cNvPr>
          <p:cNvSpPr>
            <a:spLocks noGrp="1"/>
          </p:cNvSpPr>
          <p:nvPr>
            <p:ph type="dt" sz="half" idx="10"/>
          </p:nvPr>
        </p:nvSpPr>
        <p:spPr/>
        <p:txBody>
          <a:bodyPr/>
          <a:lstStyle/>
          <a:p>
            <a:fld id="{FB7E5FE3-607D-4BB0-AD37-836B40BC2CE7}" type="datetime1">
              <a:rPr lang="en-GB" smtClean="0"/>
              <a:t>18/03/2026</a:t>
            </a:fld>
            <a:endParaRPr lang="en-GB"/>
          </a:p>
        </p:txBody>
      </p:sp>
      <p:sp>
        <p:nvSpPr>
          <p:cNvPr id="3" name="Footer Placeholder 2">
            <a:extLst>
              <a:ext uri="{FF2B5EF4-FFF2-40B4-BE49-F238E27FC236}">
                <a16:creationId xmlns:a16="http://schemas.microsoft.com/office/drawing/2014/main" id="{A0F1F649-B08E-D628-15EF-6CAEE9855C9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C0EDFB5-B3BA-ADA8-4600-FCDAFA1A852F}"/>
              </a:ext>
            </a:extLst>
          </p:cNvPr>
          <p:cNvSpPr>
            <a:spLocks noGrp="1"/>
          </p:cNvSpPr>
          <p:nvPr>
            <p:ph type="sldNum" sz="quarter" idx="12"/>
          </p:nvPr>
        </p:nvSpPr>
        <p:spPr/>
        <p:txBody>
          <a:bodyPr/>
          <a:lstStyle/>
          <a:p>
            <a:fld id="{CBA53E11-492D-48B3-9F9B-09541CA2A39A}" type="slidenum">
              <a:rPr lang="en-GB" smtClean="0"/>
              <a:t>‹#›</a:t>
            </a:fld>
            <a:endParaRPr lang="en-GB"/>
          </a:p>
        </p:txBody>
      </p:sp>
    </p:spTree>
    <p:extLst>
      <p:ext uri="{BB962C8B-B14F-4D97-AF65-F5344CB8AC3E}">
        <p14:creationId xmlns:p14="http://schemas.microsoft.com/office/powerpoint/2010/main" val="1964464979"/>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Smoke">
    <p:bg>
      <p:bgPr>
        <a:solidFill>
          <a:schemeClr val="bg2"/>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B01DE9-7247-71C2-3301-8F43BD947000}"/>
              </a:ext>
            </a:extLst>
          </p:cNvPr>
          <p:cNvSpPr>
            <a:spLocks noGrp="1"/>
          </p:cNvSpPr>
          <p:nvPr>
            <p:ph type="dt" sz="half" idx="10"/>
          </p:nvPr>
        </p:nvSpPr>
        <p:spPr/>
        <p:txBody>
          <a:bodyPr/>
          <a:lstStyle/>
          <a:p>
            <a:fld id="{F5CA4A61-E850-4C97-8298-0D0D5B71AF10}" type="datetime1">
              <a:rPr lang="en-GB" smtClean="0"/>
              <a:t>18/03/2026</a:t>
            </a:fld>
            <a:endParaRPr lang="en-GB"/>
          </a:p>
        </p:txBody>
      </p:sp>
      <p:sp>
        <p:nvSpPr>
          <p:cNvPr id="3" name="Footer Placeholder 2">
            <a:extLst>
              <a:ext uri="{FF2B5EF4-FFF2-40B4-BE49-F238E27FC236}">
                <a16:creationId xmlns:a16="http://schemas.microsoft.com/office/drawing/2014/main" id="{A0F1F649-B08E-D628-15EF-6CAEE9855C9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C0EDFB5-B3BA-ADA8-4600-FCDAFA1A852F}"/>
              </a:ext>
            </a:extLst>
          </p:cNvPr>
          <p:cNvSpPr>
            <a:spLocks noGrp="1"/>
          </p:cNvSpPr>
          <p:nvPr>
            <p:ph type="sldNum" sz="quarter" idx="12"/>
          </p:nvPr>
        </p:nvSpPr>
        <p:spPr/>
        <p:txBody>
          <a:bodyPr/>
          <a:lstStyle/>
          <a:p>
            <a:fld id="{CBA53E11-492D-48B3-9F9B-09541CA2A39A}" type="slidenum">
              <a:rPr lang="en-GB" smtClean="0"/>
              <a:t>‹#›</a:t>
            </a:fld>
            <a:endParaRPr lang="en-GB"/>
          </a:p>
        </p:txBody>
      </p:sp>
    </p:spTree>
    <p:extLst>
      <p:ext uri="{BB962C8B-B14F-4D97-AF65-F5344CB8AC3E}">
        <p14:creationId xmlns:p14="http://schemas.microsoft.com/office/powerpoint/2010/main" val="3757168227"/>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Khaki">
    <p:bg>
      <p:bgPr>
        <a:solidFill>
          <a:srgbClr val="FBF7DC"/>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B01DE9-7247-71C2-3301-8F43BD947000}"/>
              </a:ext>
            </a:extLst>
          </p:cNvPr>
          <p:cNvSpPr>
            <a:spLocks noGrp="1"/>
          </p:cNvSpPr>
          <p:nvPr>
            <p:ph type="dt" sz="half" idx="10"/>
          </p:nvPr>
        </p:nvSpPr>
        <p:spPr/>
        <p:txBody>
          <a:bodyPr/>
          <a:lstStyle/>
          <a:p>
            <a:fld id="{71573218-0F23-4C72-B0A1-38CDBFFD2A39}" type="datetime1">
              <a:rPr lang="en-GB" smtClean="0"/>
              <a:t>18/03/2026</a:t>
            </a:fld>
            <a:endParaRPr lang="en-GB"/>
          </a:p>
        </p:txBody>
      </p:sp>
      <p:sp>
        <p:nvSpPr>
          <p:cNvPr id="3" name="Footer Placeholder 2">
            <a:extLst>
              <a:ext uri="{FF2B5EF4-FFF2-40B4-BE49-F238E27FC236}">
                <a16:creationId xmlns:a16="http://schemas.microsoft.com/office/drawing/2014/main" id="{A0F1F649-B08E-D628-15EF-6CAEE9855C9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C0EDFB5-B3BA-ADA8-4600-FCDAFA1A852F}"/>
              </a:ext>
            </a:extLst>
          </p:cNvPr>
          <p:cNvSpPr>
            <a:spLocks noGrp="1"/>
          </p:cNvSpPr>
          <p:nvPr>
            <p:ph type="sldNum" sz="quarter" idx="12"/>
          </p:nvPr>
        </p:nvSpPr>
        <p:spPr/>
        <p:txBody>
          <a:bodyPr/>
          <a:lstStyle/>
          <a:p>
            <a:fld id="{CBA53E11-492D-48B3-9F9B-09541CA2A39A}" type="slidenum">
              <a:rPr lang="en-GB" smtClean="0"/>
              <a:t>‹#›</a:t>
            </a:fld>
            <a:endParaRPr lang="en-GB"/>
          </a:p>
        </p:txBody>
      </p:sp>
    </p:spTree>
    <p:extLst>
      <p:ext uri="{BB962C8B-B14F-4D97-AF65-F5344CB8AC3E}">
        <p14:creationId xmlns:p14="http://schemas.microsoft.com/office/powerpoint/2010/main" val="4188112911"/>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0F4440-CEDC-0D92-E0D5-5C1E3B59B1DA}"/>
              </a:ext>
            </a:extLst>
          </p:cNvPr>
          <p:cNvSpPr>
            <a:spLocks noGrp="1"/>
          </p:cNvSpPr>
          <p:nvPr>
            <p:ph type="title"/>
          </p:nvPr>
        </p:nvSpPr>
        <p:spPr>
          <a:xfrm>
            <a:off x="325800" y="252000"/>
            <a:ext cx="11540763" cy="378044"/>
          </a:xfrm>
          <a:prstGeom prst="rect">
            <a:avLst/>
          </a:prstGeom>
        </p:spPr>
        <p:txBody>
          <a:bodyPr vert="horz" lIns="0" tIns="0" rIns="0" bIns="0" rtlCol="0" anchor="t">
            <a:no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DBCA021F-8558-9528-DA3D-486CCDBEB58F}"/>
              </a:ext>
            </a:extLst>
          </p:cNvPr>
          <p:cNvSpPr>
            <a:spLocks noGrp="1"/>
          </p:cNvSpPr>
          <p:nvPr>
            <p:ph type="body" idx="1"/>
          </p:nvPr>
        </p:nvSpPr>
        <p:spPr>
          <a:xfrm>
            <a:off x="326232" y="1394619"/>
            <a:ext cx="11541025" cy="4866481"/>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1CD1A8F0-AC4B-E4A0-94D0-99C4BFD973A7}"/>
              </a:ext>
            </a:extLst>
          </p:cNvPr>
          <p:cNvSpPr>
            <a:spLocks noGrp="1"/>
          </p:cNvSpPr>
          <p:nvPr>
            <p:ph type="dt" sz="half" idx="2"/>
          </p:nvPr>
        </p:nvSpPr>
        <p:spPr>
          <a:xfrm>
            <a:off x="10641349" y="6393702"/>
            <a:ext cx="1233647" cy="137270"/>
          </a:xfrm>
          <a:prstGeom prst="rect">
            <a:avLst/>
          </a:prstGeom>
        </p:spPr>
        <p:txBody>
          <a:bodyPr vert="horz" lIns="0" tIns="0" rIns="0" bIns="0" rtlCol="0" anchor="b">
            <a:noAutofit/>
          </a:bodyPr>
          <a:lstStyle>
            <a:lvl1pPr algn="r">
              <a:defRPr sz="850">
                <a:solidFill>
                  <a:schemeClr val="accent1"/>
                </a:solidFill>
              </a:defRPr>
            </a:lvl1pPr>
          </a:lstStyle>
          <a:p>
            <a:fld id="{0588838C-4957-41D4-A862-5CF2B924874F}" type="datetime1">
              <a:rPr lang="en-GB" smtClean="0"/>
              <a:t>18/03/2026</a:t>
            </a:fld>
            <a:endParaRPr lang="en-GB"/>
          </a:p>
        </p:txBody>
      </p:sp>
      <p:sp>
        <p:nvSpPr>
          <p:cNvPr id="5" name="Footer Placeholder 4">
            <a:extLst>
              <a:ext uri="{FF2B5EF4-FFF2-40B4-BE49-F238E27FC236}">
                <a16:creationId xmlns:a16="http://schemas.microsoft.com/office/drawing/2014/main" id="{5EC0FC7A-298A-77A0-6596-56B0B3FD8C37}"/>
              </a:ext>
            </a:extLst>
          </p:cNvPr>
          <p:cNvSpPr>
            <a:spLocks noGrp="1"/>
          </p:cNvSpPr>
          <p:nvPr>
            <p:ph type="ftr" sz="quarter" idx="3"/>
          </p:nvPr>
        </p:nvSpPr>
        <p:spPr>
          <a:xfrm>
            <a:off x="1965261" y="6393702"/>
            <a:ext cx="3423452" cy="137272"/>
          </a:xfrm>
          <a:prstGeom prst="rect">
            <a:avLst/>
          </a:prstGeom>
        </p:spPr>
        <p:txBody>
          <a:bodyPr vert="horz" lIns="0" tIns="0" rIns="0" bIns="0" rtlCol="0" anchor="b">
            <a:noAutofit/>
          </a:bodyPr>
          <a:lstStyle>
            <a:lvl1pPr algn="l">
              <a:defRPr sz="850">
                <a:solidFill>
                  <a:schemeClr val="accent1"/>
                </a:solidFill>
              </a:defRPr>
            </a:lvl1pPr>
          </a:lstStyle>
          <a:p>
            <a:endParaRPr lang="en-GB" dirty="0"/>
          </a:p>
        </p:txBody>
      </p:sp>
      <p:sp>
        <p:nvSpPr>
          <p:cNvPr id="6" name="Slide Number Placeholder 5">
            <a:extLst>
              <a:ext uri="{FF2B5EF4-FFF2-40B4-BE49-F238E27FC236}">
                <a16:creationId xmlns:a16="http://schemas.microsoft.com/office/drawing/2014/main" id="{B4517C40-7EB7-0CFD-6F6C-54AE57DE17D5}"/>
              </a:ext>
            </a:extLst>
          </p:cNvPr>
          <p:cNvSpPr>
            <a:spLocks noGrp="1"/>
          </p:cNvSpPr>
          <p:nvPr>
            <p:ph type="sldNum" sz="quarter" idx="4"/>
          </p:nvPr>
        </p:nvSpPr>
        <p:spPr>
          <a:xfrm>
            <a:off x="5936755" y="6393702"/>
            <a:ext cx="318491" cy="137272"/>
          </a:xfrm>
          <a:prstGeom prst="rect">
            <a:avLst/>
          </a:prstGeom>
        </p:spPr>
        <p:txBody>
          <a:bodyPr vert="horz" lIns="0" tIns="0" rIns="0" bIns="0" rtlCol="0" anchor="b">
            <a:noAutofit/>
          </a:bodyPr>
          <a:lstStyle>
            <a:lvl1pPr algn="ctr">
              <a:defRPr sz="850" b="1">
                <a:solidFill>
                  <a:schemeClr val="accent1"/>
                </a:solidFill>
              </a:defRPr>
            </a:lvl1pPr>
          </a:lstStyle>
          <a:p>
            <a:fld id="{CBA53E11-492D-48B3-9F9B-09541CA2A39A}" type="slidenum">
              <a:rPr lang="en-GB" smtClean="0"/>
              <a:pPr/>
              <a:t>‹#›</a:t>
            </a:fld>
            <a:endParaRPr lang="en-GB"/>
          </a:p>
        </p:txBody>
      </p:sp>
      <p:sp>
        <p:nvSpPr>
          <p:cNvPr id="7" name="TextBox 6">
            <a:extLst>
              <a:ext uri="{FF2B5EF4-FFF2-40B4-BE49-F238E27FC236}">
                <a16:creationId xmlns:a16="http://schemas.microsoft.com/office/drawing/2014/main" id="{D296CDD9-97E9-735B-8549-0F3AE3CCAC58}"/>
              </a:ext>
            </a:extLst>
          </p:cNvPr>
          <p:cNvSpPr txBox="1"/>
          <p:nvPr userDrawn="1"/>
        </p:nvSpPr>
        <p:spPr>
          <a:xfrm>
            <a:off x="326232" y="6393702"/>
            <a:ext cx="1417500" cy="137272"/>
          </a:xfrm>
          <a:prstGeom prst="rect">
            <a:avLst/>
          </a:prstGeom>
          <a:noFill/>
        </p:spPr>
        <p:txBody>
          <a:bodyPr wrap="square" lIns="0" tIns="0" rIns="0" bIns="0" rtlCol="0" anchor="b">
            <a:noAutofit/>
          </a:bodyPr>
          <a:lstStyle/>
          <a:p>
            <a:pPr algn="l"/>
            <a:r>
              <a:rPr lang="en-US" sz="850" b="0" dirty="0">
                <a:solidFill>
                  <a:schemeClr val="accent1"/>
                </a:solidFill>
                <a:latin typeface="+mj-lt"/>
              </a:rPr>
              <a:t>Imperial College London</a:t>
            </a:r>
          </a:p>
        </p:txBody>
      </p:sp>
    </p:spTree>
    <p:extLst>
      <p:ext uri="{BB962C8B-B14F-4D97-AF65-F5344CB8AC3E}">
        <p14:creationId xmlns:p14="http://schemas.microsoft.com/office/powerpoint/2010/main" val="1145082161"/>
      </p:ext>
    </p:extLst>
  </p:cSld>
  <p:clrMap bg1="lt1" tx1="dk1" bg2="lt2" tx2="dk2" accent1="accent1" accent2="accent2" accent3="accent3" accent4="accent4" accent5="accent5" accent6="accent6" hlink="hlink" folHlink="folHlink"/>
  <p:sldLayoutIdLst>
    <p:sldLayoutId id="2147483656" r:id="rId1"/>
    <p:sldLayoutId id="2147483679" r:id="rId2"/>
    <p:sldLayoutId id="2147483680" r:id="rId3"/>
    <p:sldLayoutId id="2147483649" r:id="rId4"/>
    <p:sldLayoutId id="2147483657" r:id="rId5"/>
    <p:sldLayoutId id="2147483658" r:id="rId6"/>
    <p:sldLayoutId id="2147483681" r:id="rId7"/>
    <p:sldLayoutId id="2147483682" r:id="rId8"/>
    <p:sldLayoutId id="2147483675" r:id="rId9"/>
    <p:sldLayoutId id="2147483650" r:id="rId10"/>
    <p:sldLayoutId id="2147483683" r:id="rId11"/>
    <p:sldLayoutId id="2147483684" r:id="rId12"/>
    <p:sldLayoutId id="2147483652" r:id="rId13"/>
    <p:sldLayoutId id="2147483685" r:id="rId14"/>
    <p:sldLayoutId id="2147483686" r:id="rId15"/>
    <p:sldLayoutId id="2147483659" r:id="rId16"/>
    <p:sldLayoutId id="2147483687" r:id="rId17"/>
    <p:sldLayoutId id="2147483688" r:id="rId18"/>
    <p:sldLayoutId id="2147483660" r:id="rId19"/>
    <p:sldLayoutId id="2147483689" r:id="rId20"/>
    <p:sldLayoutId id="2147483690" r:id="rId21"/>
    <p:sldLayoutId id="2147483677" r:id="rId22"/>
    <p:sldLayoutId id="2147483691" r:id="rId23"/>
    <p:sldLayoutId id="2147483692" r:id="rId24"/>
    <p:sldLayoutId id="2147483676" r:id="rId25"/>
    <p:sldLayoutId id="2147483667" r:id="rId26"/>
    <p:sldLayoutId id="2147483693" r:id="rId27"/>
    <p:sldLayoutId id="2147483694" r:id="rId28"/>
    <p:sldLayoutId id="2147483666" r:id="rId29"/>
    <p:sldLayoutId id="2147483661" r:id="rId30"/>
    <p:sldLayoutId id="2147483695" r:id="rId31"/>
    <p:sldLayoutId id="2147483696" r:id="rId32"/>
    <p:sldLayoutId id="2147483669" r:id="rId33"/>
    <p:sldLayoutId id="2147483697" r:id="rId34"/>
    <p:sldLayoutId id="2147483698" r:id="rId35"/>
    <p:sldLayoutId id="2147483678" r:id="rId36"/>
    <p:sldLayoutId id="2147483699" r:id="rId37"/>
    <p:sldLayoutId id="2147483700" r:id="rId38"/>
    <p:sldLayoutId id="2147483662" r:id="rId39"/>
    <p:sldLayoutId id="2147483701" r:id="rId40"/>
    <p:sldLayoutId id="2147483702" r:id="rId41"/>
    <p:sldLayoutId id="2147483663" r:id="rId42"/>
    <p:sldLayoutId id="2147483703" r:id="rId43"/>
    <p:sldLayoutId id="2147483704" r:id="rId44"/>
    <p:sldLayoutId id="2147483664" r:id="rId45"/>
    <p:sldLayoutId id="2147483705" r:id="rId46"/>
    <p:sldLayoutId id="2147483706" r:id="rId47"/>
    <p:sldLayoutId id="2147483665" r:id="rId48"/>
    <p:sldLayoutId id="2147483671" r:id="rId49"/>
    <p:sldLayoutId id="2147483707" r:id="rId50"/>
    <p:sldLayoutId id="2147483708" r:id="rId51"/>
    <p:sldLayoutId id="2147483670" r:id="rId52"/>
    <p:sldLayoutId id="2147483672" r:id="rId53"/>
    <p:sldLayoutId id="2147483674" r:id="rId54"/>
    <p:sldLayoutId id="2147483709" r:id="rId55"/>
    <p:sldLayoutId id="2147483710" r:id="rId56"/>
    <p:sldLayoutId id="2147483673" r:id="rId57"/>
    <p:sldLayoutId id="2147483654" r:id="rId58"/>
    <p:sldLayoutId id="2147483711" r:id="rId59"/>
    <p:sldLayoutId id="2147483712" r:id="rId60"/>
    <p:sldLayoutId id="2147483655" r:id="rId61"/>
    <p:sldLayoutId id="2147483713" r:id="rId62"/>
    <p:sldLayoutId id="2147483714" r:id="rId63"/>
  </p:sldLayoutIdLst>
  <p:transition>
    <p:fade/>
  </p:transition>
  <p:hf hdr="0"/>
  <p:txStyles>
    <p:titleStyle>
      <a:lvl1pPr algn="l" defTabSz="685765" rtl="0" eaLnBrk="1" latinLnBrk="0" hangingPunct="1">
        <a:lnSpc>
          <a:spcPct val="90000"/>
        </a:lnSpc>
        <a:spcBef>
          <a:spcPct val="0"/>
        </a:spcBef>
        <a:buNone/>
        <a:defRPr sz="2600" b="0" kern="1200">
          <a:solidFill>
            <a:schemeClr val="accent1"/>
          </a:solidFill>
          <a:latin typeface="+mj-lt"/>
          <a:ea typeface="+mj-ea"/>
          <a:cs typeface="+mj-cs"/>
        </a:defRPr>
      </a:lvl1pPr>
    </p:titleStyle>
    <p:bodyStyle>
      <a:lvl1pPr marL="0" indent="0" algn="l" defTabSz="685765" rtl="0" eaLnBrk="1" latinLnBrk="0" hangingPunct="1">
        <a:lnSpc>
          <a:spcPct val="105000"/>
        </a:lnSpc>
        <a:spcBef>
          <a:spcPts val="0"/>
        </a:spcBef>
        <a:buFont typeface="Arial" panose="020B0604020202020204" pitchFamily="34" charset="0"/>
        <a:buNone/>
        <a:defRPr sz="2000" kern="1200">
          <a:solidFill>
            <a:schemeClr val="tx1"/>
          </a:solidFill>
          <a:latin typeface="+mn-lt"/>
          <a:ea typeface="+mn-ea"/>
          <a:cs typeface="+mn-cs"/>
        </a:defRPr>
      </a:lvl1pPr>
      <a:lvl2pPr marL="0" indent="0" algn="l" defTabSz="685765" rtl="0" eaLnBrk="1" latinLnBrk="0" hangingPunct="1">
        <a:lnSpc>
          <a:spcPct val="105000"/>
        </a:lnSpc>
        <a:spcBef>
          <a:spcPts val="0"/>
        </a:spcBef>
        <a:buFont typeface="Arial" panose="020B0604020202020204" pitchFamily="34" charset="0"/>
        <a:buNone/>
        <a:defRPr sz="2000" b="0" kern="1200">
          <a:solidFill>
            <a:schemeClr val="tx1"/>
          </a:solidFill>
          <a:latin typeface="+mj-lt"/>
          <a:ea typeface="+mn-ea"/>
          <a:cs typeface="+mn-cs"/>
        </a:defRPr>
      </a:lvl2pPr>
      <a:lvl3pPr marL="161991" indent="-161991" algn="l" defTabSz="685765" rtl="0" eaLnBrk="1" latinLnBrk="0" hangingPunct="1">
        <a:lnSpc>
          <a:spcPct val="105000"/>
        </a:lnSpc>
        <a:spcBef>
          <a:spcPts val="0"/>
        </a:spcBef>
        <a:buClr>
          <a:schemeClr val="accent1"/>
        </a:buClr>
        <a:buFont typeface="Arial" panose="020B0604020202020204" pitchFamily="34" charset="0"/>
        <a:buChar char="•"/>
        <a:defRPr sz="2000" kern="1200">
          <a:solidFill>
            <a:schemeClr val="tx1"/>
          </a:solidFill>
          <a:latin typeface="+mn-lt"/>
          <a:ea typeface="+mn-ea"/>
          <a:cs typeface="+mn-cs"/>
        </a:defRPr>
      </a:lvl3pPr>
      <a:lvl4pPr marL="323984" indent="-161991" algn="l" defTabSz="685765" rtl="0" eaLnBrk="1" latinLnBrk="0" hangingPunct="1">
        <a:lnSpc>
          <a:spcPct val="105000"/>
        </a:lnSpc>
        <a:spcBef>
          <a:spcPts val="0"/>
        </a:spcBef>
        <a:buClr>
          <a:schemeClr val="accent1"/>
        </a:buClr>
        <a:buFont typeface="Arial" panose="020B0604020202020204" pitchFamily="34" charset="0"/>
        <a:buChar char="•"/>
        <a:defRPr sz="2000" kern="1200">
          <a:solidFill>
            <a:schemeClr val="tx1"/>
          </a:solidFill>
          <a:latin typeface="+mn-lt"/>
          <a:ea typeface="+mn-ea"/>
          <a:cs typeface="+mn-cs"/>
        </a:defRPr>
      </a:lvl4pPr>
      <a:lvl5pPr marL="485975" indent="-161991" algn="l" defTabSz="685765" rtl="0" eaLnBrk="1" latinLnBrk="0" hangingPunct="1">
        <a:lnSpc>
          <a:spcPct val="105000"/>
        </a:lnSpc>
        <a:spcBef>
          <a:spcPts val="0"/>
        </a:spcBef>
        <a:buClr>
          <a:schemeClr val="accent1"/>
        </a:buClr>
        <a:buFont typeface="Arial" panose="020B0604020202020204" pitchFamily="34" charset="0"/>
        <a:buChar char="•"/>
        <a:defRPr sz="2000" kern="1200">
          <a:solidFill>
            <a:schemeClr val="tx1"/>
          </a:solidFill>
          <a:latin typeface="+mn-lt"/>
          <a:ea typeface="+mn-ea"/>
          <a:cs typeface="+mn-cs"/>
        </a:defRPr>
      </a:lvl5pPr>
      <a:lvl6pPr marL="1885853"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6pPr>
      <a:lvl7pPr marL="2228736"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7pPr>
      <a:lvl8pPr marL="2571618"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8pPr>
      <a:lvl9pPr marL="2914501"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685765" rtl="0" eaLnBrk="1" latinLnBrk="0" hangingPunct="1">
        <a:defRPr sz="1600" kern="1200">
          <a:solidFill>
            <a:schemeClr val="tx1"/>
          </a:solidFill>
          <a:latin typeface="+mn-lt"/>
          <a:ea typeface="+mn-ea"/>
          <a:cs typeface="+mn-cs"/>
        </a:defRPr>
      </a:lvl1pPr>
      <a:lvl2pPr marL="342882" algn="l" defTabSz="685765" rtl="0" eaLnBrk="1" latinLnBrk="0" hangingPunct="1">
        <a:defRPr sz="1600" kern="1200">
          <a:solidFill>
            <a:schemeClr val="tx1"/>
          </a:solidFill>
          <a:latin typeface="+mn-lt"/>
          <a:ea typeface="+mn-ea"/>
          <a:cs typeface="+mn-cs"/>
        </a:defRPr>
      </a:lvl2pPr>
      <a:lvl3pPr marL="685765" algn="l" defTabSz="685765" rtl="0" eaLnBrk="1" latinLnBrk="0" hangingPunct="1">
        <a:defRPr sz="1600" kern="1200">
          <a:solidFill>
            <a:schemeClr val="tx1"/>
          </a:solidFill>
          <a:latin typeface="+mn-lt"/>
          <a:ea typeface="+mn-ea"/>
          <a:cs typeface="+mn-cs"/>
        </a:defRPr>
      </a:lvl3pPr>
      <a:lvl4pPr marL="1028647" algn="l" defTabSz="685765" rtl="0" eaLnBrk="1" latinLnBrk="0" hangingPunct="1">
        <a:defRPr sz="1600" kern="1200">
          <a:solidFill>
            <a:schemeClr val="tx1"/>
          </a:solidFill>
          <a:latin typeface="+mn-lt"/>
          <a:ea typeface="+mn-ea"/>
          <a:cs typeface="+mn-cs"/>
        </a:defRPr>
      </a:lvl4pPr>
      <a:lvl5pPr marL="1371530" algn="l" defTabSz="685765" rtl="0" eaLnBrk="1" latinLnBrk="0" hangingPunct="1">
        <a:defRPr sz="1600" kern="1200">
          <a:solidFill>
            <a:schemeClr val="tx1"/>
          </a:solidFill>
          <a:latin typeface="+mn-lt"/>
          <a:ea typeface="+mn-ea"/>
          <a:cs typeface="+mn-cs"/>
        </a:defRPr>
      </a:lvl5pPr>
      <a:lvl6pPr marL="1714412" algn="l" defTabSz="685765" rtl="0" eaLnBrk="1" latinLnBrk="0" hangingPunct="1">
        <a:defRPr sz="1600" kern="1200">
          <a:solidFill>
            <a:schemeClr val="tx1"/>
          </a:solidFill>
          <a:latin typeface="+mn-lt"/>
          <a:ea typeface="+mn-ea"/>
          <a:cs typeface="+mn-cs"/>
        </a:defRPr>
      </a:lvl6pPr>
      <a:lvl7pPr marL="2057295" algn="l" defTabSz="685765" rtl="0" eaLnBrk="1" latinLnBrk="0" hangingPunct="1">
        <a:defRPr sz="1600" kern="1200">
          <a:solidFill>
            <a:schemeClr val="tx1"/>
          </a:solidFill>
          <a:latin typeface="+mn-lt"/>
          <a:ea typeface="+mn-ea"/>
          <a:cs typeface="+mn-cs"/>
        </a:defRPr>
      </a:lvl7pPr>
      <a:lvl8pPr marL="2400177" algn="l" defTabSz="685765" rtl="0" eaLnBrk="1" latinLnBrk="0" hangingPunct="1">
        <a:defRPr sz="1600" kern="1200">
          <a:solidFill>
            <a:schemeClr val="tx1"/>
          </a:solidFill>
          <a:latin typeface="+mn-lt"/>
          <a:ea typeface="+mn-ea"/>
          <a:cs typeface="+mn-cs"/>
        </a:defRPr>
      </a:lvl8pPr>
      <a:lvl9pPr marL="2743060" algn="l" defTabSz="685765" rtl="0" eaLnBrk="1" latinLnBrk="0" hangingPunct="1">
        <a:defRPr sz="16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guide id="3" pos="206" userDrawn="1">
          <p15:clr>
            <a:srgbClr val="F26B43"/>
          </p15:clr>
        </p15:guide>
        <p15:guide id="4" pos="7475" userDrawn="1">
          <p15:clr>
            <a:srgbClr val="F26B43"/>
          </p15:clr>
        </p15:guide>
        <p15:guide id="5" orient="horz" pos="207" userDrawn="1">
          <p15:clr>
            <a:srgbClr val="F26B43"/>
          </p15:clr>
        </p15:guide>
        <p15:guide id="6" orient="horz" pos="4114" userDrawn="1">
          <p15:clr>
            <a:srgbClr val="F26B43"/>
          </p15:clr>
        </p15:guide>
        <p15:guide id="7" orient="horz" pos="3944" userDrawn="1">
          <p15:clr>
            <a:srgbClr val="F26B43"/>
          </p15:clr>
        </p15:guide>
        <p15:guide id="8" orient="horz" pos="879" userDrawn="1">
          <p15:clr>
            <a:srgbClr val="F26B43"/>
          </p15:clr>
        </p15:guide>
        <p15:guide id="9" pos="3723" userDrawn="1">
          <p15:clr>
            <a:srgbClr val="F26B43"/>
          </p15:clr>
        </p15:guide>
        <p15:guide id="10" pos="395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7CC57-32B4-5651-C726-27956387C3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380337-D626-AC7B-5E8D-3144BB486543}"/>
              </a:ext>
            </a:extLst>
          </p:cNvPr>
          <p:cNvSpPr>
            <a:spLocks noGrp="1"/>
          </p:cNvSpPr>
          <p:nvPr>
            <p:ph type="ctrTitle"/>
          </p:nvPr>
        </p:nvSpPr>
        <p:spPr>
          <a:xfrm>
            <a:off x="662307" y="1000665"/>
            <a:ext cx="10025822" cy="3459192"/>
          </a:xfrm>
        </p:spPr>
        <p:txBody>
          <a:bodyPr/>
          <a:lstStyle/>
          <a:p>
            <a:r>
              <a:rPr lang="en-GB" sz="6000" dirty="0"/>
              <a:t>Air pollution policies in England and Scotland and their impacts on road traffic injuries </a:t>
            </a:r>
          </a:p>
        </p:txBody>
      </p:sp>
      <p:sp>
        <p:nvSpPr>
          <p:cNvPr id="3" name="Subtitle 2">
            <a:extLst>
              <a:ext uri="{FF2B5EF4-FFF2-40B4-BE49-F238E27FC236}">
                <a16:creationId xmlns:a16="http://schemas.microsoft.com/office/drawing/2014/main" id="{8B7FCD95-DD6E-BAAA-DD32-3D1E187DA719}"/>
              </a:ext>
            </a:extLst>
          </p:cNvPr>
          <p:cNvSpPr>
            <a:spLocks noGrp="1"/>
          </p:cNvSpPr>
          <p:nvPr>
            <p:ph type="subTitle" idx="1"/>
          </p:nvPr>
        </p:nvSpPr>
        <p:spPr>
          <a:xfrm>
            <a:off x="317250" y="4383000"/>
            <a:ext cx="10828077" cy="1322348"/>
          </a:xfrm>
        </p:spPr>
        <p:txBody>
          <a:bodyPr/>
          <a:lstStyle/>
          <a:p>
            <a:r>
              <a:rPr lang="en-US" dirty="0"/>
              <a:t>Matched Staggered Difference-in-Differences Design </a:t>
            </a:r>
            <a:endParaRPr lang="en-GB" dirty="0"/>
          </a:p>
        </p:txBody>
      </p:sp>
      <p:sp>
        <p:nvSpPr>
          <p:cNvPr id="6" name="Text Placeholder 5">
            <a:extLst>
              <a:ext uri="{FF2B5EF4-FFF2-40B4-BE49-F238E27FC236}">
                <a16:creationId xmlns:a16="http://schemas.microsoft.com/office/drawing/2014/main" id="{17ADEF3F-453F-A867-067C-B77BAD46761F}"/>
              </a:ext>
            </a:extLst>
          </p:cNvPr>
          <p:cNvSpPr>
            <a:spLocks noGrp="1"/>
          </p:cNvSpPr>
          <p:nvPr>
            <p:ph type="body" sz="quarter" idx="10"/>
          </p:nvPr>
        </p:nvSpPr>
        <p:spPr/>
        <p:txBody>
          <a:bodyPr/>
          <a:lstStyle/>
          <a:p>
            <a:r>
              <a:rPr lang="en-US" dirty="0"/>
              <a:t>Ahmad Alkhatib</a:t>
            </a:r>
          </a:p>
          <a:p>
            <a:r>
              <a:rPr lang="en-US" dirty="0"/>
              <a:t>DD/MM/YYYY</a:t>
            </a:r>
          </a:p>
        </p:txBody>
      </p:sp>
    </p:spTree>
    <p:extLst>
      <p:ext uri="{BB962C8B-B14F-4D97-AF65-F5344CB8AC3E}">
        <p14:creationId xmlns:p14="http://schemas.microsoft.com/office/powerpoint/2010/main" val="303511597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9B2BF-E0B9-7428-EAAA-0A540B0521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B0BD28-6F7E-0A7D-1A9E-10E954BA9519}"/>
              </a:ext>
            </a:extLst>
          </p:cNvPr>
          <p:cNvSpPr>
            <a:spLocks noGrp="1"/>
          </p:cNvSpPr>
          <p:nvPr>
            <p:ph type="title"/>
          </p:nvPr>
        </p:nvSpPr>
        <p:spPr>
          <a:xfrm>
            <a:off x="318494" y="238870"/>
            <a:ext cx="5163243" cy="3190130"/>
          </a:xfrm>
        </p:spPr>
        <p:txBody>
          <a:bodyPr/>
          <a:lstStyle/>
          <a:p>
            <a:r>
              <a:rPr lang="en-US" dirty="0"/>
              <a:t>Overview</a:t>
            </a:r>
          </a:p>
        </p:txBody>
      </p:sp>
      <p:sp>
        <p:nvSpPr>
          <p:cNvPr id="3" name="Date Placeholder 2">
            <a:extLst>
              <a:ext uri="{FF2B5EF4-FFF2-40B4-BE49-F238E27FC236}">
                <a16:creationId xmlns:a16="http://schemas.microsoft.com/office/drawing/2014/main" id="{4A30BBD6-6EC5-96F4-6E6C-8F90A73DFE86}"/>
              </a:ext>
            </a:extLst>
          </p:cNvPr>
          <p:cNvSpPr>
            <a:spLocks noGrp="1"/>
          </p:cNvSpPr>
          <p:nvPr>
            <p:ph type="dt" sz="half" idx="10"/>
          </p:nvPr>
        </p:nvSpPr>
        <p:spPr>
          <a:xfrm>
            <a:off x="10641349" y="6393702"/>
            <a:ext cx="1233647" cy="137270"/>
          </a:xfrm>
        </p:spPr>
        <p:txBody>
          <a:bodyPr/>
          <a:lstStyle/>
          <a:p>
            <a:fld id="{3E55EE60-6F37-432F-9EC6-70B083956CEF}" type="datetime1">
              <a:rPr lang="en-GB" smtClean="0"/>
              <a:t>18/03/2026</a:t>
            </a:fld>
            <a:endParaRPr lang="en-GB"/>
          </a:p>
        </p:txBody>
      </p:sp>
      <p:sp>
        <p:nvSpPr>
          <p:cNvPr id="5" name="Footer Placeholder 4">
            <a:extLst>
              <a:ext uri="{FF2B5EF4-FFF2-40B4-BE49-F238E27FC236}">
                <a16:creationId xmlns:a16="http://schemas.microsoft.com/office/drawing/2014/main" id="{F51E4508-A1A4-0996-A7AC-D48A359775FC}"/>
              </a:ext>
            </a:extLst>
          </p:cNvPr>
          <p:cNvSpPr>
            <a:spLocks noGrp="1"/>
          </p:cNvSpPr>
          <p:nvPr>
            <p:ph type="ftr" sz="quarter" idx="11"/>
          </p:nvPr>
        </p:nvSpPr>
        <p:spPr>
          <a:xfrm>
            <a:off x="1965261" y="6393702"/>
            <a:ext cx="3423452" cy="137272"/>
          </a:xfrm>
        </p:spPr>
        <p:txBody>
          <a:bodyPr/>
          <a:lstStyle/>
          <a:p>
            <a:endParaRPr lang="en-GB" dirty="0"/>
          </a:p>
        </p:txBody>
      </p:sp>
      <p:sp>
        <p:nvSpPr>
          <p:cNvPr id="6" name="Slide Number Placeholder 5">
            <a:extLst>
              <a:ext uri="{FF2B5EF4-FFF2-40B4-BE49-F238E27FC236}">
                <a16:creationId xmlns:a16="http://schemas.microsoft.com/office/drawing/2014/main" id="{5CA61E04-BACD-694E-DAED-0530BAF80C00}"/>
              </a:ext>
            </a:extLst>
          </p:cNvPr>
          <p:cNvSpPr>
            <a:spLocks noGrp="1"/>
          </p:cNvSpPr>
          <p:nvPr>
            <p:ph type="sldNum" sz="quarter" idx="12"/>
          </p:nvPr>
        </p:nvSpPr>
        <p:spPr>
          <a:xfrm>
            <a:off x="5936755" y="6393702"/>
            <a:ext cx="318491" cy="137272"/>
          </a:xfrm>
        </p:spPr>
        <p:txBody>
          <a:bodyPr/>
          <a:lstStyle/>
          <a:p>
            <a:fld id="{CBA53E11-492D-48B3-9F9B-09541CA2A39A}" type="slidenum">
              <a:rPr lang="en-GB" smtClean="0"/>
              <a:pPr/>
              <a:t>2</a:t>
            </a:fld>
            <a:endParaRPr lang="en-GB"/>
          </a:p>
        </p:txBody>
      </p:sp>
      <p:graphicFrame>
        <p:nvGraphicFramePr>
          <p:cNvPr id="4" name="Content Placeholder 3">
            <a:extLst>
              <a:ext uri="{FF2B5EF4-FFF2-40B4-BE49-F238E27FC236}">
                <a16:creationId xmlns:a16="http://schemas.microsoft.com/office/drawing/2014/main" id="{FCB2DFB2-18C6-68B5-3F50-9C4AF273C9A6}"/>
              </a:ext>
            </a:extLst>
          </p:cNvPr>
          <p:cNvGraphicFramePr>
            <a:graphicFrameLocks noGrp="1"/>
          </p:cNvGraphicFramePr>
          <p:nvPr>
            <p:ph sz="quarter" idx="13"/>
            <p:extLst>
              <p:ext uri="{D42A27DB-BD31-4B8C-83A1-F6EECF244321}">
                <p14:modId xmlns:p14="http://schemas.microsoft.com/office/powerpoint/2010/main" val="541630916"/>
              </p:ext>
            </p:extLst>
          </p:nvPr>
        </p:nvGraphicFramePr>
        <p:xfrm>
          <a:off x="6096000" y="328613"/>
          <a:ext cx="5776912" cy="1964944"/>
        </p:xfrm>
        <a:graphic>
          <a:graphicData uri="http://schemas.openxmlformats.org/drawingml/2006/table">
            <a:tbl>
              <a:tblPr>
                <a:tableStyleId>{2D5ABB26-0587-4C30-8999-92F81FD0307C}</a:tableStyleId>
              </a:tblPr>
              <a:tblGrid>
                <a:gridCol w="613797">
                  <a:extLst>
                    <a:ext uri="{9D8B030D-6E8A-4147-A177-3AD203B41FA5}">
                      <a16:colId xmlns:a16="http://schemas.microsoft.com/office/drawing/2014/main" val="2312058624"/>
                    </a:ext>
                  </a:extLst>
                </a:gridCol>
                <a:gridCol w="5163115">
                  <a:extLst>
                    <a:ext uri="{9D8B030D-6E8A-4147-A177-3AD203B41FA5}">
                      <a16:colId xmlns:a16="http://schemas.microsoft.com/office/drawing/2014/main" val="2529335587"/>
                    </a:ext>
                  </a:extLst>
                </a:gridCol>
              </a:tblGrid>
              <a:tr h="240665">
                <a:tc>
                  <a:txBody>
                    <a:bodyPr/>
                    <a:lstStyle/>
                    <a:p>
                      <a:pPr>
                        <a:lnSpc>
                          <a:spcPct val="105000"/>
                        </a:lnSpc>
                      </a:pPr>
                      <a:r>
                        <a:rPr lang="en-US" sz="1600" b="1" dirty="0">
                          <a:solidFill>
                            <a:schemeClr val="bg1"/>
                          </a:solidFill>
                        </a:rPr>
                        <a:t>1</a:t>
                      </a:r>
                    </a:p>
                  </a:txBody>
                  <a:tcPr marL="0" marR="0" marT="0" marB="0"/>
                </a:tc>
                <a:tc>
                  <a:txBody>
                    <a:bodyPr/>
                    <a:lstStyle/>
                    <a:p>
                      <a:pPr>
                        <a:lnSpc>
                          <a:spcPct val="105000"/>
                        </a:lnSpc>
                      </a:pPr>
                      <a:r>
                        <a:rPr lang="en-US" sz="1600" dirty="0">
                          <a:solidFill>
                            <a:schemeClr val="bg1"/>
                          </a:solidFill>
                          <a:latin typeface="Inter Medium" panose="02000503000000020004" pitchFamily="2" charset="0"/>
                          <a:ea typeface="Inter Medium" panose="02000503000000020004" pitchFamily="2" charset="0"/>
                        </a:rPr>
                        <a:t>Objectives </a:t>
                      </a:r>
                    </a:p>
                  </a:txBody>
                  <a:tcPr marL="0" marR="0" marT="0" marB="0"/>
                </a:tc>
                <a:extLst>
                  <a:ext uri="{0D108BD9-81ED-4DB2-BD59-A6C34878D82A}">
                    <a16:rowId xmlns:a16="http://schemas.microsoft.com/office/drawing/2014/main" val="2813600567"/>
                  </a:ext>
                </a:extLst>
              </a:tr>
              <a:tr h="240665">
                <a:tc>
                  <a:txBody>
                    <a:bodyPr/>
                    <a:lstStyle/>
                    <a:p>
                      <a:pPr>
                        <a:lnSpc>
                          <a:spcPct val="105000"/>
                        </a:lnSpc>
                      </a:pPr>
                      <a:r>
                        <a:rPr lang="en-US" sz="1600" b="1" dirty="0">
                          <a:solidFill>
                            <a:schemeClr val="bg1"/>
                          </a:solidFill>
                        </a:rPr>
                        <a:t>2</a:t>
                      </a:r>
                    </a:p>
                  </a:txBody>
                  <a:tcPr marL="0" marR="0" marT="0" marB="0"/>
                </a:tc>
                <a:tc>
                  <a:txBody>
                    <a:bodyPr/>
                    <a:lstStyle/>
                    <a:p>
                      <a:pPr>
                        <a:lnSpc>
                          <a:spcPct val="105000"/>
                        </a:lnSpc>
                      </a:pPr>
                      <a:r>
                        <a:rPr lang="en-US" sz="1600" dirty="0">
                          <a:solidFill>
                            <a:schemeClr val="bg1"/>
                          </a:solidFill>
                          <a:latin typeface="Inter Medium" panose="02000503000000020004" pitchFamily="2" charset="0"/>
                          <a:ea typeface="Inter Medium" panose="02000503000000020004" pitchFamily="2" charset="0"/>
                        </a:rPr>
                        <a:t>Data </a:t>
                      </a:r>
                    </a:p>
                  </a:txBody>
                  <a:tcPr marL="0" marR="0" marT="0" marB="0"/>
                </a:tc>
                <a:extLst>
                  <a:ext uri="{0D108BD9-81ED-4DB2-BD59-A6C34878D82A}">
                    <a16:rowId xmlns:a16="http://schemas.microsoft.com/office/drawing/2014/main" val="2377395039"/>
                  </a:ext>
                </a:extLst>
              </a:tr>
              <a:tr h="240665">
                <a:tc>
                  <a:txBody>
                    <a:bodyPr/>
                    <a:lstStyle/>
                    <a:p>
                      <a:pPr>
                        <a:lnSpc>
                          <a:spcPct val="105000"/>
                        </a:lnSpc>
                      </a:pPr>
                      <a:r>
                        <a:rPr lang="en-US" sz="1600" b="1" dirty="0">
                          <a:solidFill>
                            <a:schemeClr val="bg1"/>
                          </a:solidFill>
                        </a:rPr>
                        <a:t>3</a:t>
                      </a:r>
                    </a:p>
                  </a:txBody>
                  <a:tcPr marL="0" marR="0" marT="0" marB="0"/>
                </a:tc>
                <a:tc>
                  <a:txBody>
                    <a:bodyPr/>
                    <a:lstStyle/>
                    <a:p>
                      <a:pPr>
                        <a:lnSpc>
                          <a:spcPct val="105000"/>
                        </a:lnSpc>
                      </a:pPr>
                      <a:r>
                        <a:rPr lang="en-US" sz="1600" dirty="0">
                          <a:solidFill>
                            <a:schemeClr val="bg1"/>
                          </a:solidFill>
                          <a:latin typeface="Inter Medium" panose="02000503000000020004" pitchFamily="2" charset="0"/>
                          <a:ea typeface="Inter Medium" panose="02000503000000020004" pitchFamily="2" charset="0"/>
                        </a:rPr>
                        <a:t>Proposed methods </a:t>
                      </a:r>
                    </a:p>
                  </a:txBody>
                  <a:tcPr marL="0" marR="0" marT="0" marB="0"/>
                </a:tc>
                <a:extLst>
                  <a:ext uri="{0D108BD9-81ED-4DB2-BD59-A6C34878D82A}">
                    <a16:rowId xmlns:a16="http://schemas.microsoft.com/office/drawing/2014/main" val="3619643445"/>
                  </a:ext>
                </a:extLst>
              </a:tr>
              <a:tr h="240665">
                <a:tc>
                  <a:txBody>
                    <a:bodyPr/>
                    <a:lstStyle/>
                    <a:p>
                      <a:pPr>
                        <a:lnSpc>
                          <a:spcPct val="105000"/>
                        </a:lnSpc>
                      </a:pPr>
                      <a:r>
                        <a:rPr lang="en-US" sz="1600" b="1" dirty="0">
                          <a:solidFill>
                            <a:schemeClr val="bg1"/>
                          </a:solidFill>
                        </a:rPr>
                        <a:t>4</a:t>
                      </a:r>
                    </a:p>
                  </a:txBody>
                  <a:tcPr marL="0" marR="0" marT="0" marB="0"/>
                </a:tc>
                <a:tc>
                  <a:txBody>
                    <a:bodyPr/>
                    <a:lstStyle/>
                    <a:p>
                      <a:pPr>
                        <a:lnSpc>
                          <a:spcPct val="105000"/>
                        </a:lnSpc>
                      </a:pPr>
                      <a:r>
                        <a:rPr lang="en-US" sz="1600" dirty="0">
                          <a:solidFill>
                            <a:schemeClr val="bg1"/>
                          </a:solidFill>
                          <a:latin typeface="Inter Medium" panose="02000503000000020004" pitchFamily="2" charset="0"/>
                          <a:ea typeface="Inter Medium" panose="02000503000000020004" pitchFamily="2" charset="0"/>
                        </a:rPr>
                        <a:t>Matching strategy </a:t>
                      </a:r>
                    </a:p>
                  </a:txBody>
                  <a:tcPr marL="0" marR="0" marT="0" marB="0"/>
                </a:tc>
                <a:extLst>
                  <a:ext uri="{0D108BD9-81ED-4DB2-BD59-A6C34878D82A}">
                    <a16:rowId xmlns:a16="http://schemas.microsoft.com/office/drawing/2014/main" val="2813601940"/>
                  </a:ext>
                </a:extLst>
              </a:tr>
              <a:tr h="240665">
                <a:tc>
                  <a:txBody>
                    <a:bodyPr/>
                    <a:lstStyle/>
                    <a:p>
                      <a:pPr>
                        <a:lnSpc>
                          <a:spcPct val="105000"/>
                        </a:lnSpc>
                      </a:pPr>
                      <a:r>
                        <a:rPr lang="en-US" sz="1600" b="1" dirty="0">
                          <a:solidFill>
                            <a:schemeClr val="bg1"/>
                          </a:solidFill>
                        </a:rPr>
                        <a:t>5</a:t>
                      </a:r>
                    </a:p>
                  </a:txBody>
                  <a:tcPr marL="0" marR="0" marT="0" marB="0"/>
                </a:tc>
                <a:tc>
                  <a:txBody>
                    <a:bodyPr/>
                    <a:lstStyle/>
                    <a:p>
                      <a:pPr>
                        <a:lnSpc>
                          <a:spcPct val="105000"/>
                        </a:lnSpc>
                      </a:pPr>
                      <a:r>
                        <a:rPr lang="en-US" sz="1600" dirty="0">
                          <a:solidFill>
                            <a:schemeClr val="bg1"/>
                          </a:solidFill>
                          <a:latin typeface="Inter Medium" panose="02000503000000020004" pitchFamily="2" charset="0"/>
                          <a:ea typeface="Inter Medium" panose="02000503000000020004" pitchFamily="2" charset="0"/>
                        </a:rPr>
                        <a:t>Donor pool construction </a:t>
                      </a:r>
                    </a:p>
                  </a:txBody>
                  <a:tcPr marL="0" marR="0" marT="0" marB="0"/>
                </a:tc>
                <a:extLst>
                  <a:ext uri="{0D108BD9-81ED-4DB2-BD59-A6C34878D82A}">
                    <a16:rowId xmlns:a16="http://schemas.microsoft.com/office/drawing/2014/main" val="2337709630"/>
                  </a:ext>
                </a:extLst>
              </a:tr>
              <a:tr h="240665">
                <a:tc>
                  <a:txBody>
                    <a:bodyPr/>
                    <a:lstStyle/>
                    <a:p>
                      <a:pPr>
                        <a:lnSpc>
                          <a:spcPct val="105000"/>
                        </a:lnSpc>
                      </a:pPr>
                      <a:r>
                        <a:rPr lang="en-US" sz="1600" b="1" dirty="0">
                          <a:solidFill>
                            <a:schemeClr val="bg1"/>
                          </a:solidFill>
                        </a:rPr>
                        <a:t>6</a:t>
                      </a:r>
                    </a:p>
                  </a:txBody>
                  <a:tcPr marL="0" marR="0" marT="0" marB="0"/>
                </a:tc>
                <a:tc>
                  <a:txBody>
                    <a:bodyPr/>
                    <a:lstStyle/>
                    <a:p>
                      <a:pPr>
                        <a:lnSpc>
                          <a:spcPct val="105000"/>
                        </a:lnSpc>
                      </a:pPr>
                      <a:r>
                        <a:rPr lang="en-US" sz="1600" dirty="0">
                          <a:solidFill>
                            <a:schemeClr val="bg1"/>
                          </a:solidFill>
                          <a:latin typeface="Inter Medium" panose="02000503000000020004" pitchFamily="2" charset="0"/>
                          <a:ea typeface="Inter Medium" panose="02000503000000020004" pitchFamily="2" charset="0"/>
                        </a:rPr>
                        <a:t>Analytical sample </a:t>
                      </a:r>
                    </a:p>
                  </a:txBody>
                  <a:tcPr marL="0" marR="0" marT="0" marB="0"/>
                </a:tc>
                <a:extLst>
                  <a:ext uri="{0D108BD9-81ED-4DB2-BD59-A6C34878D82A}">
                    <a16:rowId xmlns:a16="http://schemas.microsoft.com/office/drawing/2014/main" val="76934812"/>
                  </a:ext>
                </a:extLst>
              </a:tr>
              <a:tr h="240665">
                <a:tc>
                  <a:txBody>
                    <a:bodyPr/>
                    <a:lstStyle/>
                    <a:p>
                      <a:pPr>
                        <a:lnSpc>
                          <a:spcPct val="105000"/>
                        </a:lnSpc>
                      </a:pPr>
                      <a:r>
                        <a:rPr lang="en-US" sz="1600" b="1" dirty="0">
                          <a:solidFill>
                            <a:schemeClr val="bg1"/>
                          </a:solidFill>
                        </a:rPr>
                        <a:t>7</a:t>
                      </a:r>
                    </a:p>
                  </a:txBody>
                  <a:tcPr marL="0" marR="0" marT="0" marB="0"/>
                </a:tc>
                <a:tc>
                  <a:txBody>
                    <a:bodyPr/>
                    <a:lstStyle/>
                    <a:p>
                      <a:pPr>
                        <a:lnSpc>
                          <a:spcPct val="105000"/>
                        </a:lnSpc>
                      </a:pPr>
                      <a:r>
                        <a:rPr lang="en-US" sz="1600" dirty="0">
                          <a:solidFill>
                            <a:schemeClr val="bg1"/>
                          </a:solidFill>
                          <a:latin typeface="Inter Medium" panose="02000503000000020004" pitchFamily="2" charset="0"/>
                          <a:ea typeface="Inter Medium" panose="02000503000000020004" pitchFamily="2" charset="0"/>
                        </a:rPr>
                        <a:t>Staggered Difference-in-Differences framework</a:t>
                      </a:r>
                    </a:p>
                  </a:txBody>
                  <a:tcPr marL="0" marR="0" marT="0" marB="0"/>
                </a:tc>
                <a:extLst>
                  <a:ext uri="{0D108BD9-81ED-4DB2-BD59-A6C34878D82A}">
                    <a16:rowId xmlns:a16="http://schemas.microsoft.com/office/drawing/2014/main" val="118087115"/>
                  </a:ext>
                </a:extLst>
              </a:tr>
              <a:tr h="240665">
                <a:tc>
                  <a:txBody>
                    <a:bodyPr/>
                    <a:lstStyle/>
                    <a:p>
                      <a:pPr>
                        <a:lnSpc>
                          <a:spcPct val="105000"/>
                        </a:lnSpc>
                      </a:pPr>
                      <a:r>
                        <a:rPr lang="en-US" sz="1600" b="1" dirty="0">
                          <a:solidFill>
                            <a:schemeClr val="bg1"/>
                          </a:solidFill>
                        </a:rPr>
                        <a:t>8</a:t>
                      </a:r>
                    </a:p>
                  </a:txBody>
                  <a:tcPr marL="0" marR="0" marT="0" marB="0"/>
                </a:tc>
                <a:tc>
                  <a:txBody>
                    <a:bodyPr/>
                    <a:lstStyle/>
                    <a:p>
                      <a:pPr>
                        <a:lnSpc>
                          <a:spcPct val="105000"/>
                        </a:lnSpc>
                      </a:pPr>
                      <a:r>
                        <a:rPr lang="en-US" sz="1600" dirty="0" err="1">
                          <a:solidFill>
                            <a:schemeClr val="bg1"/>
                          </a:solidFill>
                          <a:latin typeface="Inter Medium" panose="02000503000000020004" pitchFamily="2" charset="0"/>
                          <a:ea typeface="Inter Medium" panose="02000503000000020004" pitchFamily="2" charset="0"/>
                        </a:rPr>
                        <a:t>Conlusion</a:t>
                      </a:r>
                      <a:endParaRPr lang="en-US" sz="1600" dirty="0">
                        <a:solidFill>
                          <a:schemeClr val="bg1"/>
                        </a:solidFill>
                        <a:latin typeface="Inter Medium" panose="02000503000000020004" pitchFamily="2" charset="0"/>
                        <a:ea typeface="Inter Medium" panose="02000503000000020004" pitchFamily="2" charset="0"/>
                      </a:endParaRPr>
                    </a:p>
                  </a:txBody>
                  <a:tcPr marL="0" marR="0" marT="0" marB="0"/>
                </a:tc>
                <a:extLst>
                  <a:ext uri="{0D108BD9-81ED-4DB2-BD59-A6C34878D82A}">
                    <a16:rowId xmlns:a16="http://schemas.microsoft.com/office/drawing/2014/main" val="3573801492"/>
                  </a:ext>
                </a:extLst>
              </a:tr>
            </a:tbl>
          </a:graphicData>
        </a:graphic>
      </p:graphicFrame>
    </p:spTree>
    <p:extLst>
      <p:ext uri="{BB962C8B-B14F-4D97-AF65-F5344CB8AC3E}">
        <p14:creationId xmlns:p14="http://schemas.microsoft.com/office/powerpoint/2010/main" val="260210909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5C983-3E77-13A1-7113-0F1DAE89AAD7}"/>
              </a:ext>
            </a:extLst>
          </p:cNvPr>
          <p:cNvSpPr>
            <a:spLocks noGrp="1"/>
          </p:cNvSpPr>
          <p:nvPr>
            <p:ph type="title"/>
          </p:nvPr>
        </p:nvSpPr>
        <p:spPr/>
        <p:txBody>
          <a:bodyPr/>
          <a:lstStyle/>
          <a:p>
            <a:r>
              <a:rPr lang="en-GB" dirty="0"/>
              <a:t>Control group</a:t>
            </a:r>
            <a:endParaRPr lang="en-US" dirty="0"/>
          </a:p>
        </p:txBody>
      </p:sp>
      <p:sp>
        <p:nvSpPr>
          <p:cNvPr id="3" name="Content Placeholder 2">
            <a:extLst>
              <a:ext uri="{FF2B5EF4-FFF2-40B4-BE49-F238E27FC236}">
                <a16:creationId xmlns:a16="http://schemas.microsoft.com/office/drawing/2014/main" id="{918A8FB8-35A0-72EC-DE3D-B5BCE9FF02C1}"/>
              </a:ext>
            </a:extLst>
          </p:cNvPr>
          <p:cNvSpPr>
            <a:spLocks noGrp="1"/>
          </p:cNvSpPr>
          <p:nvPr>
            <p:ph idx="1"/>
          </p:nvPr>
        </p:nvSpPr>
        <p:spPr/>
        <p:txBody>
          <a:bodyPr/>
          <a:lstStyle/>
          <a:p>
            <a:pPr marL="342900" indent="-342900">
              <a:buFont typeface="Arial" panose="020B0604020202020204" pitchFamily="34" charset="0"/>
              <a:buChar char="•"/>
            </a:pPr>
            <a:r>
              <a:rPr lang="en-US" dirty="0"/>
              <a:t>CAZ/LEZ zones are </a:t>
            </a:r>
            <a:r>
              <a:rPr lang="en-US" b="1" dirty="0"/>
              <a:t>not randomly assigned (</a:t>
            </a:r>
            <a:r>
              <a:rPr lang="en-US" dirty="0"/>
              <a:t>worse air quality, higher traffic density, and often specific urban characteristics)</a:t>
            </a:r>
          </a:p>
          <a:p>
            <a:pPr marL="342900" indent="-342900">
              <a:buFont typeface="Arial" panose="020B0604020202020204" pitchFamily="34" charset="0"/>
              <a:buChar char="•"/>
            </a:pPr>
            <a:endParaRPr lang="en-US" b="1" dirty="0"/>
          </a:p>
          <a:p>
            <a:pPr marL="342900" indent="-342900">
              <a:buFont typeface="Arial" panose="020B0604020202020204" pitchFamily="34" charset="0"/>
              <a:buChar char="•"/>
            </a:pPr>
            <a:endParaRPr lang="en-US" dirty="0"/>
          </a:p>
        </p:txBody>
      </p:sp>
      <p:sp>
        <p:nvSpPr>
          <p:cNvPr id="4" name="Date Placeholder 3">
            <a:extLst>
              <a:ext uri="{FF2B5EF4-FFF2-40B4-BE49-F238E27FC236}">
                <a16:creationId xmlns:a16="http://schemas.microsoft.com/office/drawing/2014/main" id="{40C81ED9-74FE-3608-92A4-FF12E61F01CF}"/>
              </a:ext>
            </a:extLst>
          </p:cNvPr>
          <p:cNvSpPr>
            <a:spLocks noGrp="1"/>
          </p:cNvSpPr>
          <p:nvPr>
            <p:ph type="dt" sz="half" idx="10"/>
          </p:nvPr>
        </p:nvSpPr>
        <p:spPr/>
        <p:txBody>
          <a:bodyPr/>
          <a:lstStyle/>
          <a:p>
            <a:fld id="{95943724-B1DD-482A-99D3-F0B81FE25C13}" type="datetime1">
              <a:rPr lang="en-GB" smtClean="0"/>
              <a:t>18/03/2026</a:t>
            </a:fld>
            <a:endParaRPr lang="en-GB"/>
          </a:p>
        </p:txBody>
      </p:sp>
      <p:sp>
        <p:nvSpPr>
          <p:cNvPr id="5" name="Footer Placeholder 4">
            <a:extLst>
              <a:ext uri="{FF2B5EF4-FFF2-40B4-BE49-F238E27FC236}">
                <a16:creationId xmlns:a16="http://schemas.microsoft.com/office/drawing/2014/main" id="{6FFD504A-CEEC-7356-0945-1E01F2F8E490}"/>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D45C342D-B57A-51E5-6D4A-CC3FD5442EF6}"/>
              </a:ext>
            </a:extLst>
          </p:cNvPr>
          <p:cNvSpPr>
            <a:spLocks noGrp="1"/>
          </p:cNvSpPr>
          <p:nvPr>
            <p:ph type="sldNum" sz="quarter" idx="12"/>
          </p:nvPr>
        </p:nvSpPr>
        <p:spPr/>
        <p:txBody>
          <a:bodyPr/>
          <a:lstStyle/>
          <a:p>
            <a:fld id="{CBA53E11-492D-48B3-9F9B-09541CA2A39A}" type="slidenum">
              <a:rPr lang="en-GB" smtClean="0"/>
              <a:t>3</a:t>
            </a:fld>
            <a:endParaRPr lang="en-GB"/>
          </a:p>
        </p:txBody>
      </p:sp>
      <p:sp>
        <p:nvSpPr>
          <p:cNvPr id="7" name="Subtitle 6">
            <a:extLst>
              <a:ext uri="{FF2B5EF4-FFF2-40B4-BE49-F238E27FC236}">
                <a16:creationId xmlns:a16="http://schemas.microsoft.com/office/drawing/2014/main" id="{0FDE0A66-9504-77BD-AFF4-ACA7EDC4F791}"/>
              </a:ext>
            </a:extLst>
          </p:cNvPr>
          <p:cNvSpPr>
            <a:spLocks noGrp="1"/>
          </p:cNvSpPr>
          <p:nvPr>
            <p:ph type="subTitle" idx="13"/>
          </p:nvPr>
        </p:nvSpPr>
        <p:spPr/>
        <p:txBody>
          <a:bodyPr/>
          <a:lstStyle/>
          <a:p>
            <a:endParaRPr lang="en-US" dirty="0"/>
          </a:p>
        </p:txBody>
      </p:sp>
    </p:spTree>
    <p:extLst>
      <p:ext uri="{BB962C8B-B14F-4D97-AF65-F5344CB8AC3E}">
        <p14:creationId xmlns:p14="http://schemas.microsoft.com/office/powerpoint/2010/main" val="47906506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13185-16E0-561E-DFF2-8225CC40A84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30E3F05-F22D-6336-37B3-DF061303CFEB}"/>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C74037E3-2290-4A65-6567-E441228C9B35}"/>
              </a:ext>
            </a:extLst>
          </p:cNvPr>
          <p:cNvSpPr>
            <a:spLocks noGrp="1"/>
          </p:cNvSpPr>
          <p:nvPr>
            <p:ph type="dt" sz="half" idx="10"/>
          </p:nvPr>
        </p:nvSpPr>
        <p:spPr/>
        <p:txBody>
          <a:bodyPr/>
          <a:lstStyle/>
          <a:p>
            <a:fld id="{95943724-B1DD-482A-99D3-F0B81FE25C13}" type="datetime1">
              <a:rPr lang="en-GB" smtClean="0"/>
              <a:t>18/03/2026</a:t>
            </a:fld>
            <a:endParaRPr lang="en-GB"/>
          </a:p>
        </p:txBody>
      </p:sp>
      <p:sp>
        <p:nvSpPr>
          <p:cNvPr id="5" name="Footer Placeholder 4">
            <a:extLst>
              <a:ext uri="{FF2B5EF4-FFF2-40B4-BE49-F238E27FC236}">
                <a16:creationId xmlns:a16="http://schemas.microsoft.com/office/drawing/2014/main" id="{F463BBD6-D9CB-E47D-7068-1E105ACE4465}"/>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DDF323EB-A7BE-FB56-0BB8-6958C915B4D8}"/>
              </a:ext>
            </a:extLst>
          </p:cNvPr>
          <p:cNvSpPr>
            <a:spLocks noGrp="1"/>
          </p:cNvSpPr>
          <p:nvPr>
            <p:ph type="sldNum" sz="quarter" idx="12"/>
          </p:nvPr>
        </p:nvSpPr>
        <p:spPr/>
        <p:txBody>
          <a:bodyPr/>
          <a:lstStyle/>
          <a:p>
            <a:fld id="{CBA53E11-492D-48B3-9F9B-09541CA2A39A}" type="slidenum">
              <a:rPr lang="en-GB" smtClean="0"/>
              <a:t>4</a:t>
            </a:fld>
            <a:endParaRPr lang="en-GB"/>
          </a:p>
        </p:txBody>
      </p:sp>
      <p:sp>
        <p:nvSpPr>
          <p:cNvPr id="7" name="Subtitle 6">
            <a:extLst>
              <a:ext uri="{FF2B5EF4-FFF2-40B4-BE49-F238E27FC236}">
                <a16:creationId xmlns:a16="http://schemas.microsoft.com/office/drawing/2014/main" id="{4DC3E066-782F-C7AB-1073-0D3E416EE75F}"/>
              </a:ext>
            </a:extLst>
          </p:cNvPr>
          <p:cNvSpPr>
            <a:spLocks noGrp="1"/>
          </p:cNvSpPr>
          <p:nvPr>
            <p:ph type="subTitle" idx="13"/>
          </p:nvPr>
        </p:nvSpPr>
        <p:spPr/>
        <p:txBody>
          <a:bodyPr/>
          <a:lstStyle/>
          <a:p>
            <a:endParaRPr lang="en-US"/>
          </a:p>
        </p:txBody>
      </p:sp>
    </p:spTree>
    <p:extLst>
      <p:ext uri="{BB962C8B-B14F-4D97-AF65-F5344CB8AC3E}">
        <p14:creationId xmlns:p14="http://schemas.microsoft.com/office/powerpoint/2010/main" val="367016685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A1311-4D63-76D6-233E-D21E99B72A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3D3A5B-2471-7FC5-5E83-992CEC6CD69E}"/>
              </a:ext>
            </a:extLst>
          </p:cNvPr>
          <p:cNvSpPr>
            <a:spLocks noGrp="1"/>
          </p:cNvSpPr>
          <p:nvPr>
            <p:ph type="title"/>
          </p:nvPr>
        </p:nvSpPr>
        <p:spPr/>
        <p:txBody>
          <a:bodyPr/>
          <a:lstStyle/>
          <a:p>
            <a:r>
              <a:rPr lang="en-US" dirty="0"/>
              <a:t>Data Construction </a:t>
            </a:r>
          </a:p>
        </p:txBody>
      </p:sp>
      <p:sp>
        <p:nvSpPr>
          <p:cNvPr id="3" name="Content Placeholder 2">
            <a:extLst>
              <a:ext uri="{FF2B5EF4-FFF2-40B4-BE49-F238E27FC236}">
                <a16:creationId xmlns:a16="http://schemas.microsoft.com/office/drawing/2014/main" id="{11F22D0D-3D5B-BCDE-BCBB-D71A84E5DA0D}"/>
              </a:ext>
            </a:extLst>
          </p:cNvPr>
          <p:cNvSpPr>
            <a:spLocks noGrp="1"/>
          </p:cNvSpPr>
          <p:nvPr>
            <p:ph idx="1"/>
          </p:nvPr>
        </p:nvSpPr>
        <p:spPr>
          <a:xfrm>
            <a:off x="325800" y="991763"/>
            <a:ext cx="11540763" cy="5269337"/>
          </a:xfrm>
        </p:spPr>
        <p:txBody>
          <a:bodyPr/>
          <a:lstStyle/>
          <a:p>
            <a:pPr marL="342900" indent="-342900">
              <a:buFont typeface="Arial" panose="020B0604020202020204" pitchFamily="34" charset="0"/>
              <a:buChar char="•"/>
            </a:pPr>
            <a:r>
              <a:rPr lang="en-GB" dirty="0"/>
              <a:t>CAZ/LEZ maps with implantation dates </a:t>
            </a:r>
          </a:p>
          <a:p>
            <a:pPr marL="342900" indent="-342900">
              <a:buFont typeface="Arial" panose="020B0604020202020204" pitchFamily="34" charset="0"/>
              <a:buChar char="•"/>
            </a:pPr>
            <a:r>
              <a:rPr lang="en-GB" dirty="0"/>
              <a:t>Police reported Road Traffic Injuries (STATS19) 2015-2025</a:t>
            </a:r>
          </a:p>
          <a:p>
            <a:pPr marL="342900" indent="-342900">
              <a:buFont typeface="Arial" panose="020B0604020202020204" pitchFamily="34" charset="0"/>
              <a:buChar char="•"/>
            </a:pPr>
            <a:r>
              <a:rPr lang="en-GB" dirty="0"/>
              <a:t> </a:t>
            </a:r>
            <a:r>
              <a:rPr lang="en-US" dirty="0"/>
              <a:t>Road segments network information data (OS Open Roads dataset) </a:t>
            </a:r>
          </a:p>
          <a:p>
            <a:pPr marL="342900" indent="-342900">
              <a:buFont typeface="Arial" panose="020B0604020202020204" pitchFamily="34" charset="0"/>
              <a:buChar char="•"/>
            </a:pPr>
            <a:endParaRPr lang="en-US" dirty="0"/>
          </a:p>
          <a:p>
            <a:endParaRPr lang="en-US" sz="2400" b="1" u="sng" dirty="0"/>
          </a:p>
          <a:p>
            <a:pPr marL="342900" indent="-342900">
              <a:buFont typeface="Arial" panose="020B0604020202020204" pitchFamily="34" charset="0"/>
              <a:buChar char="•"/>
            </a:pPr>
            <a:r>
              <a:rPr lang="en-US" dirty="0"/>
              <a:t>Linked RTI to road segments data via a structured spatial linking by road type  </a:t>
            </a:r>
          </a:p>
          <a:p>
            <a:endParaRPr lang="en-GB" sz="2400" b="1" u="sng" dirty="0"/>
          </a:p>
          <a:p>
            <a:endParaRPr lang="en-GB" sz="2400" b="1" u="sng" dirty="0"/>
          </a:p>
          <a:p>
            <a:endParaRPr lang="en-GB" sz="2400" b="1" u="sng" dirty="0"/>
          </a:p>
        </p:txBody>
      </p:sp>
      <p:sp>
        <p:nvSpPr>
          <p:cNvPr id="5" name="Date Placeholder 4">
            <a:extLst>
              <a:ext uri="{FF2B5EF4-FFF2-40B4-BE49-F238E27FC236}">
                <a16:creationId xmlns:a16="http://schemas.microsoft.com/office/drawing/2014/main" id="{FCCC3F59-89A3-D103-B47E-3834C40E6DA2}"/>
              </a:ext>
            </a:extLst>
          </p:cNvPr>
          <p:cNvSpPr>
            <a:spLocks noGrp="1"/>
          </p:cNvSpPr>
          <p:nvPr>
            <p:ph type="dt" sz="half" idx="10"/>
          </p:nvPr>
        </p:nvSpPr>
        <p:spPr/>
        <p:txBody>
          <a:bodyPr/>
          <a:lstStyle/>
          <a:p>
            <a:fld id="{91CBBC01-501C-49CD-84A6-974BC549BD21}" type="datetime1">
              <a:rPr lang="en-GB" smtClean="0"/>
              <a:t>18/03/2026</a:t>
            </a:fld>
            <a:endParaRPr lang="en-GB"/>
          </a:p>
        </p:txBody>
      </p:sp>
      <p:sp>
        <p:nvSpPr>
          <p:cNvPr id="6" name="Footer Placeholder 5">
            <a:extLst>
              <a:ext uri="{FF2B5EF4-FFF2-40B4-BE49-F238E27FC236}">
                <a16:creationId xmlns:a16="http://schemas.microsoft.com/office/drawing/2014/main" id="{1400294F-73F3-3D6D-AA32-00A6ABB323C8}"/>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7E19D75D-B9A1-BB06-6A30-80BB0599B6A9}"/>
              </a:ext>
            </a:extLst>
          </p:cNvPr>
          <p:cNvSpPr>
            <a:spLocks noGrp="1"/>
          </p:cNvSpPr>
          <p:nvPr>
            <p:ph type="sldNum" sz="quarter" idx="12"/>
          </p:nvPr>
        </p:nvSpPr>
        <p:spPr/>
        <p:txBody>
          <a:bodyPr/>
          <a:lstStyle/>
          <a:p>
            <a:fld id="{CBA53E11-492D-48B3-9F9B-09541CA2A39A}" type="slidenum">
              <a:rPr lang="en-GB" smtClean="0"/>
              <a:pPr/>
              <a:t>5</a:t>
            </a:fld>
            <a:endParaRPr lang="en-GB"/>
          </a:p>
        </p:txBody>
      </p:sp>
      <p:sp>
        <p:nvSpPr>
          <p:cNvPr id="4" name="Subtitle 3">
            <a:extLst>
              <a:ext uri="{FF2B5EF4-FFF2-40B4-BE49-F238E27FC236}">
                <a16:creationId xmlns:a16="http://schemas.microsoft.com/office/drawing/2014/main" id="{B15ACDF4-426F-F7B9-3138-F5071F3516B6}"/>
              </a:ext>
            </a:extLst>
          </p:cNvPr>
          <p:cNvSpPr>
            <a:spLocks noGrp="1"/>
          </p:cNvSpPr>
          <p:nvPr>
            <p:ph type="subTitle" idx="13"/>
          </p:nvPr>
        </p:nvSpPr>
        <p:spPr/>
        <p:txBody>
          <a:bodyPr/>
          <a:lstStyle/>
          <a:p>
            <a:r>
              <a:rPr lang="en-GB" dirty="0"/>
              <a:t>Linked Dataset</a:t>
            </a:r>
            <a:endParaRPr lang="en-US" dirty="0"/>
          </a:p>
        </p:txBody>
      </p:sp>
    </p:spTree>
    <p:extLst>
      <p:ext uri="{BB962C8B-B14F-4D97-AF65-F5344CB8AC3E}">
        <p14:creationId xmlns:p14="http://schemas.microsoft.com/office/powerpoint/2010/main" val="303138996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BF792-755F-1FC7-C94C-1F37E3D22364}"/>
              </a:ext>
            </a:extLst>
          </p:cNvPr>
          <p:cNvSpPr>
            <a:spLocks noGrp="1"/>
          </p:cNvSpPr>
          <p:nvPr>
            <p:ph type="title"/>
          </p:nvPr>
        </p:nvSpPr>
        <p:spPr/>
        <p:txBody>
          <a:bodyPr/>
          <a:lstStyle/>
          <a:p>
            <a:r>
              <a:rPr lang="en-GB" dirty="0"/>
              <a:t>Data </a:t>
            </a:r>
            <a:r>
              <a:rPr lang="en-US" dirty="0"/>
              <a:t>Construction</a:t>
            </a:r>
            <a:r>
              <a:rPr lang="en-GB" dirty="0"/>
              <a:t> 	</a:t>
            </a:r>
            <a:endParaRPr lang="en-US" dirty="0"/>
          </a:p>
        </p:txBody>
      </p:sp>
      <p:sp>
        <p:nvSpPr>
          <p:cNvPr id="3" name="Content Placeholder 2">
            <a:extLst>
              <a:ext uri="{FF2B5EF4-FFF2-40B4-BE49-F238E27FC236}">
                <a16:creationId xmlns:a16="http://schemas.microsoft.com/office/drawing/2014/main" id="{EF517B09-D07E-C43B-4031-9961AB9BACDD}"/>
              </a:ext>
            </a:extLst>
          </p:cNvPr>
          <p:cNvSpPr>
            <a:spLocks noGrp="1"/>
          </p:cNvSpPr>
          <p:nvPr>
            <p:ph idx="1"/>
          </p:nvPr>
        </p:nvSpPr>
        <p:spPr/>
        <p:txBody>
          <a:bodyPr/>
          <a:lstStyle/>
          <a:p>
            <a:r>
              <a:rPr lang="en-US" b="1" dirty="0"/>
              <a:t>Road-level panel dataset </a:t>
            </a:r>
          </a:p>
          <a:p>
            <a:r>
              <a:rPr lang="en-US" dirty="0"/>
              <a:t>aggregates injuries by road segments and time periods, allowing the same road links to be observed repeatedly over time. This panel structure supports a quasi-experimental evaluation using a staggered difference-in-differences framework to assess the CAZ/LEZ impact on road traffic injuries. </a:t>
            </a:r>
          </a:p>
          <a:p>
            <a:endParaRPr lang="en-US" dirty="0"/>
          </a:p>
          <a:p>
            <a:r>
              <a:rPr lang="en-US" dirty="0"/>
              <a:t>Build a balanced panel of road segments observed quarterly.</a:t>
            </a:r>
          </a:p>
          <a:p>
            <a:r>
              <a:rPr lang="en-US" dirty="0"/>
              <a:t>Dataset structure: 1.78 million roads × 40 quarters (~71 million observations).</a:t>
            </a:r>
          </a:p>
          <a:p>
            <a:r>
              <a:rPr lang="en-US" dirty="0"/>
              <a:t>Outcomes include total injuries, KSI, and mode-specific injuries (car/van, pedestrian, cyclist, other).</a:t>
            </a:r>
          </a:p>
          <a:p>
            <a:r>
              <a:rPr lang="en-US" dirty="0"/>
              <a:t>Treatment indicators identify road exposure to CAZ/LEZ implementation over time.</a:t>
            </a:r>
          </a:p>
        </p:txBody>
      </p:sp>
      <p:sp>
        <p:nvSpPr>
          <p:cNvPr id="4" name="Date Placeholder 3">
            <a:extLst>
              <a:ext uri="{FF2B5EF4-FFF2-40B4-BE49-F238E27FC236}">
                <a16:creationId xmlns:a16="http://schemas.microsoft.com/office/drawing/2014/main" id="{27257410-B90A-0643-DD38-5C95CBDB5FD0}"/>
              </a:ext>
            </a:extLst>
          </p:cNvPr>
          <p:cNvSpPr>
            <a:spLocks noGrp="1"/>
          </p:cNvSpPr>
          <p:nvPr>
            <p:ph type="dt" sz="half" idx="10"/>
          </p:nvPr>
        </p:nvSpPr>
        <p:spPr/>
        <p:txBody>
          <a:bodyPr/>
          <a:lstStyle/>
          <a:p>
            <a:fld id="{95943724-B1DD-482A-99D3-F0B81FE25C13}" type="datetime1">
              <a:rPr lang="en-GB" smtClean="0"/>
              <a:t>18/03/2026</a:t>
            </a:fld>
            <a:endParaRPr lang="en-GB"/>
          </a:p>
        </p:txBody>
      </p:sp>
      <p:sp>
        <p:nvSpPr>
          <p:cNvPr id="5" name="Footer Placeholder 4">
            <a:extLst>
              <a:ext uri="{FF2B5EF4-FFF2-40B4-BE49-F238E27FC236}">
                <a16:creationId xmlns:a16="http://schemas.microsoft.com/office/drawing/2014/main" id="{70E0F24D-5741-4F9A-7240-69FC407219E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12CB7C92-E511-F4CA-B5F1-713DC7B32998}"/>
              </a:ext>
            </a:extLst>
          </p:cNvPr>
          <p:cNvSpPr>
            <a:spLocks noGrp="1"/>
          </p:cNvSpPr>
          <p:nvPr>
            <p:ph type="sldNum" sz="quarter" idx="12"/>
          </p:nvPr>
        </p:nvSpPr>
        <p:spPr/>
        <p:txBody>
          <a:bodyPr/>
          <a:lstStyle/>
          <a:p>
            <a:fld id="{CBA53E11-492D-48B3-9F9B-09541CA2A39A}" type="slidenum">
              <a:rPr lang="en-GB" smtClean="0"/>
              <a:t>6</a:t>
            </a:fld>
            <a:endParaRPr lang="en-GB"/>
          </a:p>
        </p:txBody>
      </p:sp>
      <p:sp>
        <p:nvSpPr>
          <p:cNvPr id="7" name="Subtitle 6">
            <a:extLst>
              <a:ext uri="{FF2B5EF4-FFF2-40B4-BE49-F238E27FC236}">
                <a16:creationId xmlns:a16="http://schemas.microsoft.com/office/drawing/2014/main" id="{9AAC6217-B281-9611-E0AE-A5DA0B8718EE}"/>
              </a:ext>
            </a:extLst>
          </p:cNvPr>
          <p:cNvSpPr>
            <a:spLocks noGrp="1"/>
          </p:cNvSpPr>
          <p:nvPr>
            <p:ph type="subTitle" idx="13"/>
          </p:nvPr>
        </p:nvSpPr>
        <p:spPr/>
        <p:txBody>
          <a:bodyPr/>
          <a:lstStyle/>
          <a:p>
            <a:r>
              <a:rPr lang="en-GB" dirty="0"/>
              <a:t>Analytical dataset </a:t>
            </a:r>
            <a:endParaRPr lang="en-US" dirty="0"/>
          </a:p>
        </p:txBody>
      </p:sp>
    </p:spTree>
    <p:extLst>
      <p:ext uri="{BB962C8B-B14F-4D97-AF65-F5344CB8AC3E}">
        <p14:creationId xmlns:p14="http://schemas.microsoft.com/office/powerpoint/2010/main" val="101784109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051F4-690B-770E-8E01-C2390279B45E}"/>
              </a:ext>
            </a:extLst>
          </p:cNvPr>
          <p:cNvSpPr>
            <a:spLocks noGrp="1"/>
          </p:cNvSpPr>
          <p:nvPr>
            <p:ph type="title"/>
          </p:nvPr>
        </p:nvSpPr>
        <p:spPr/>
        <p:txBody>
          <a:bodyPr/>
          <a:lstStyle/>
          <a:p>
            <a:r>
              <a:rPr lang="en-GB" dirty="0"/>
              <a:t>Data </a:t>
            </a:r>
            <a:r>
              <a:rPr lang="en-US" dirty="0"/>
              <a:t>Construction</a:t>
            </a:r>
            <a:r>
              <a:rPr lang="en-GB" dirty="0"/>
              <a:t> </a:t>
            </a:r>
            <a:endParaRPr lang="en-US" dirty="0"/>
          </a:p>
        </p:txBody>
      </p:sp>
      <p:sp>
        <p:nvSpPr>
          <p:cNvPr id="3" name="Content Placeholder 2">
            <a:extLst>
              <a:ext uri="{FF2B5EF4-FFF2-40B4-BE49-F238E27FC236}">
                <a16:creationId xmlns:a16="http://schemas.microsoft.com/office/drawing/2014/main" id="{12561EA0-362C-AFD5-B2C1-6D9DA9957AC9}"/>
              </a:ext>
            </a:extLst>
          </p:cNvPr>
          <p:cNvSpPr>
            <a:spLocks noGrp="1"/>
          </p:cNvSpPr>
          <p:nvPr>
            <p:ph idx="1"/>
          </p:nvPr>
        </p:nvSpPr>
        <p:spPr/>
        <p:txBody>
          <a:bodyPr/>
          <a:lstStyle/>
          <a:p>
            <a:r>
              <a:rPr lang="en-US" b="1" dirty="0"/>
              <a:t>OA- level dataset for matching </a:t>
            </a:r>
          </a:p>
          <a:p>
            <a:r>
              <a:rPr lang="en-US" dirty="0"/>
              <a:t>Injury and road information were aggregated to Output Areas to create an OA-level dataset designed for matching and synthetic control construction, as well as for purposes of linking other environmental and population data from the census and other sources. Together, these datasets provide the empirical basis for robust causal analysis of CAZ/LEZ policy impacts on road traffic injuries.</a:t>
            </a:r>
          </a:p>
          <a:p>
            <a:endParaRPr lang="en-US" dirty="0"/>
          </a:p>
        </p:txBody>
      </p:sp>
      <p:sp>
        <p:nvSpPr>
          <p:cNvPr id="4" name="Date Placeholder 3">
            <a:extLst>
              <a:ext uri="{FF2B5EF4-FFF2-40B4-BE49-F238E27FC236}">
                <a16:creationId xmlns:a16="http://schemas.microsoft.com/office/drawing/2014/main" id="{42E0B848-57F1-38CC-6BBC-7D61EAF0AA66}"/>
              </a:ext>
            </a:extLst>
          </p:cNvPr>
          <p:cNvSpPr>
            <a:spLocks noGrp="1"/>
          </p:cNvSpPr>
          <p:nvPr>
            <p:ph type="dt" sz="half" idx="10"/>
          </p:nvPr>
        </p:nvSpPr>
        <p:spPr/>
        <p:txBody>
          <a:bodyPr/>
          <a:lstStyle/>
          <a:p>
            <a:fld id="{95943724-B1DD-482A-99D3-F0B81FE25C13}" type="datetime1">
              <a:rPr lang="en-GB" smtClean="0"/>
              <a:t>18/03/2026</a:t>
            </a:fld>
            <a:endParaRPr lang="en-GB"/>
          </a:p>
        </p:txBody>
      </p:sp>
      <p:sp>
        <p:nvSpPr>
          <p:cNvPr id="5" name="Footer Placeholder 4">
            <a:extLst>
              <a:ext uri="{FF2B5EF4-FFF2-40B4-BE49-F238E27FC236}">
                <a16:creationId xmlns:a16="http://schemas.microsoft.com/office/drawing/2014/main" id="{00A8ED75-C834-1B51-AA2E-914FFDC49C0A}"/>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C8099F46-F9DB-9A8B-84AC-0B3F127A74A3}"/>
              </a:ext>
            </a:extLst>
          </p:cNvPr>
          <p:cNvSpPr>
            <a:spLocks noGrp="1"/>
          </p:cNvSpPr>
          <p:nvPr>
            <p:ph type="sldNum" sz="quarter" idx="12"/>
          </p:nvPr>
        </p:nvSpPr>
        <p:spPr/>
        <p:txBody>
          <a:bodyPr/>
          <a:lstStyle/>
          <a:p>
            <a:fld id="{CBA53E11-492D-48B3-9F9B-09541CA2A39A}" type="slidenum">
              <a:rPr lang="en-GB" smtClean="0"/>
              <a:t>7</a:t>
            </a:fld>
            <a:endParaRPr lang="en-GB"/>
          </a:p>
        </p:txBody>
      </p:sp>
      <p:sp>
        <p:nvSpPr>
          <p:cNvPr id="7" name="Subtitle 6">
            <a:extLst>
              <a:ext uri="{FF2B5EF4-FFF2-40B4-BE49-F238E27FC236}">
                <a16:creationId xmlns:a16="http://schemas.microsoft.com/office/drawing/2014/main" id="{B5FFD9EB-998E-4B38-F491-AF6D4C2B3D5B}"/>
              </a:ext>
            </a:extLst>
          </p:cNvPr>
          <p:cNvSpPr>
            <a:spLocks noGrp="1"/>
          </p:cNvSpPr>
          <p:nvPr>
            <p:ph type="subTitle" idx="13"/>
          </p:nvPr>
        </p:nvSpPr>
        <p:spPr/>
        <p:txBody>
          <a:bodyPr/>
          <a:lstStyle/>
          <a:p>
            <a:r>
              <a:rPr lang="en-GB" dirty="0"/>
              <a:t>Matching dataset </a:t>
            </a:r>
            <a:endParaRPr lang="en-US" dirty="0"/>
          </a:p>
        </p:txBody>
      </p:sp>
    </p:spTree>
    <p:extLst>
      <p:ext uri="{BB962C8B-B14F-4D97-AF65-F5344CB8AC3E}">
        <p14:creationId xmlns:p14="http://schemas.microsoft.com/office/powerpoint/2010/main" val="324052437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C5152-9424-53F4-289F-64B10A58FDE8}"/>
              </a:ext>
            </a:extLst>
          </p:cNvPr>
          <p:cNvSpPr>
            <a:spLocks noGrp="1"/>
          </p:cNvSpPr>
          <p:nvPr>
            <p:ph type="title"/>
          </p:nvPr>
        </p:nvSpPr>
        <p:spPr/>
        <p:txBody>
          <a:bodyPr/>
          <a:lstStyle/>
          <a:p>
            <a:r>
              <a:rPr lang="en-GB" dirty="0"/>
              <a:t>“Proposed” Methods</a:t>
            </a:r>
            <a:endParaRPr lang="en-US" dirty="0"/>
          </a:p>
        </p:txBody>
      </p:sp>
      <p:sp>
        <p:nvSpPr>
          <p:cNvPr id="3" name="Content Placeholder 2">
            <a:extLst>
              <a:ext uri="{FF2B5EF4-FFF2-40B4-BE49-F238E27FC236}">
                <a16:creationId xmlns:a16="http://schemas.microsoft.com/office/drawing/2014/main" id="{8F5EB72B-AABE-1CDF-9C31-5AB04B7FBAB4}"/>
              </a:ext>
            </a:extLst>
          </p:cNvPr>
          <p:cNvSpPr>
            <a:spLocks noGrp="1"/>
          </p:cNvSpPr>
          <p:nvPr>
            <p:ph idx="1"/>
          </p:nvPr>
        </p:nvSpPr>
        <p:spPr>
          <a:xfrm>
            <a:off x="325800" y="439947"/>
            <a:ext cx="11540763" cy="5821153"/>
          </a:xfrm>
        </p:spPr>
        <p:txBody>
          <a:bodyPr/>
          <a:lstStyle/>
          <a:p>
            <a:endParaRPr lang="en-US" b="1" dirty="0"/>
          </a:p>
          <a:p>
            <a:endParaRPr lang="en-US" b="1" dirty="0"/>
          </a:p>
          <a:p>
            <a:r>
              <a:rPr lang="en-US" b="1" dirty="0"/>
              <a:t>OA level (matching unit)          				Road-link level (analysis unit)</a:t>
            </a:r>
          </a:p>
          <a:p>
            <a:r>
              <a:rPr lang="en-US" b="1" dirty="0"/>
              <a:t>─────────────────────────         ────────────────────────────────</a:t>
            </a:r>
          </a:p>
          <a:p>
            <a:r>
              <a:rPr lang="en-US" b="1" dirty="0"/>
              <a:t>Census variables                 					 </a:t>
            </a:r>
            <a:r>
              <a:rPr lang="en-US" b="1" dirty="0" err="1"/>
              <a:t>KSI_adj</a:t>
            </a:r>
            <a:r>
              <a:rPr lang="en-US" b="1" dirty="0"/>
              <a:t> / </a:t>
            </a:r>
            <a:r>
              <a:rPr lang="en-US" b="1" dirty="0" err="1"/>
              <a:t>Slight_adj</a:t>
            </a:r>
            <a:endParaRPr lang="en-US" b="1" dirty="0"/>
          </a:p>
          <a:p>
            <a:r>
              <a:rPr lang="en-US" b="1" dirty="0"/>
              <a:t>Network characteristics    ──►  				  × casualty type</a:t>
            </a:r>
          </a:p>
          <a:p>
            <a:r>
              <a:rPr lang="en-US" b="1" dirty="0"/>
              <a:t>Pre-treatment RTI trends         				 × road × quarter</a:t>
            </a:r>
          </a:p>
          <a:p>
            <a:r>
              <a:rPr lang="en-US" b="1" dirty="0"/>
              <a:t>IMD, urban/rural, etc.            </a:t>
            </a:r>
          </a:p>
          <a:p>
            <a:r>
              <a:rPr lang="en-US" b="1" dirty="0"/>
              <a:t>                                  							C&amp;S staggered </a:t>
            </a:r>
            <a:r>
              <a:rPr lang="en-US" b="1" dirty="0" err="1"/>
              <a:t>DiD</a:t>
            </a:r>
            <a:endParaRPr lang="en-US" b="1" dirty="0"/>
          </a:p>
          <a:p>
            <a:r>
              <a:rPr lang="en-US" b="1" dirty="0"/>
              <a:t>        Donor pool               						 on restricted road links</a:t>
            </a:r>
          </a:p>
          <a:p>
            <a:r>
              <a:rPr lang="en-US" b="1" dirty="0"/>
              <a:t>        restriction</a:t>
            </a:r>
          </a:p>
          <a:p>
            <a:endParaRPr lang="en-US" dirty="0"/>
          </a:p>
          <a:p>
            <a:r>
              <a:rPr lang="en-US" b="1" dirty="0"/>
              <a:t>Match OAs to define comparable control OAs, then carry all road links within those matched control OAs into C&amp;S estimation.</a:t>
            </a:r>
            <a:r>
              <a:rPr lang="en-US" dirty="0"/>
              <a:t> </a:t>
            </a:r>
          </a:p>
          <a:p>
            <a:r>
              <a:rPr lang="en-US" dirty="0"/>
              <a:t>The matching happens at the OA level, and the causal estimation happens at the road-link level.</a:t>
            </a:r>
          </a:p>
        </p:txBody>
      </p:sp>
      <p:sp>
        <p:nvSpPr>
          <p:cNvPr id="4" name="Date Placeholder 3">
            <a:extLst>
              <a:ext uri="{FF2B5EF4-FFF2-40B4-BE49-F238E27FC236}">
                <a16:creationId xmlns:a16="http://schemas.microsoft.com/office/drawing/2014/main" id="{8FC30827-B52D-5D0B-BAAE-99BCE72FBD6F}"/>
              </a:ext>
            </a:extLst>
          </p:cNvPr>
          <p:cNvSpPr>
            <a:spLocks noGrp="1"/>
          </p:cNvSpPr>
          <p:nvPr>
            <p:ph type="dt" sz="half" idx="10"/>
          </p:nvPr>
        </p:nvSpPr>
        <p:spPr/>
        <p:txBody>
          <a:bodyPr/>
          <a:lstStyle/>
          <a:p>
            <a:fld id="{95943724-B1DD-482A-99D3-F0B81FE25C13}" type="datetime1">
              <a:rPr lang="en-GB" smtClean="0"/>
              <a:t>18/03/2026</a:t>
            </a:fld>
            <a:endParaRPr lang="en-GB"/>
          </a:p>
        </p:txBody>
      </p:sp>
      <p:sp>
        <p:nvSpPr>
          <p:cNvPr id="5" name="Footer Placeholder 4">
            <a:extLst>
              <a:ext uri="{FF2B5EF4-FFF2-40B4-BE49-F238E27FC236}">
                <a16:creationId xmlns:a16="http://schemas.microsoft.com/office/drawing/2014/main" id="{1A4942C3-0273-E97B-5CBE-A869118B2FD9}"/>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792F7F08-6B33-EDDB-1A25-B601AC0DE990}"/>
              </a:ext>
            </a:extLst>
          </p:cNvPr>
          <p:cNvSpPr>
            <a:spLocks noGrp="1"/>
          </p:cNvSpPr>
          <p:nvPr>
            <p:ph type="sldNum" sz="quarter" idx="12"/>
          </p:nvPr>
        </p:nvSpPr>
        <p:spPr/>
        <p:txBody>
          <a:bodyPr/>
          <a:lstStyle/>
          <a:p>
            <a:fld id="{CBA53E11-492D-48B3-9F9B-09541CA2A39A}" type="slidenum">
              <a:rPr lang="en-GB" smtClean="0"/>
              <a:t>8</a:t>
            </a:fld>
            <a:endParaRPr lang="en-GB"/>
          </a:p>
        </p:txBody>
      </p:sp>
      <p:sp>
        <p:nvSpPr>
          <p:cNvPr id="7" name="Subtitle 6">
            <a:extLst>
              <a:ext uri="{FF2B5EF4-FFF2-40B4-BE49-F238E27FC236}">
                <a16:creationId xmlns:a16="http://schemas.microsoft.com/office/drawing/2014/main" id="{BC48AB87-18E9-A7CC-D87E-D9E996BDC5C8}"/>
              </a:ext>
            </a:extLst>
          </p:cNvPr>
          <p:cNvSpPr>
            <a:spLocks noGrp="1"/>
          </p:cNvSpPr>
          <p:nvPr>
            <p:ph type="subTitle" idx="13"/>
          </p:nvPr>
        </p:nvSpPr>
        <p:spPr/>
        <p:txBody>
          <a:bodyPr/>
          <a:lstStyle/>
          <a:p>
            <a:r>
              <a:rPr lang="en-US" b="1" dirty="0"/>
              <a:t>Design logic </a:t>
            </a:r>
          </a:p>
          <a:p>
            <a:endParaRPr lang="en-US" dirty="0"/>
          </a:p>
        </p:txBody>
      </p:sp>
    </p:spTree>
    <p:extLst>
      <p:ext uri="{BB962C8B-B14F-4D97-AF65-F5344CB8AC3E}">
        <p14:creationId xmlns:p14="http://schemas.microsoft.com/office/powerpoint/2010/main" val="39778091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0EF0E-3F5D-28E4-1EDF-667F8C01F714}"/>
              </a:ext>
            </a:extLst>
          </p:cNvPr>
          <p:cNvSpPr>
            <a:spLocks noGrp="1"/>
          </p:cNvSpPr>
          <p:nvPr>
            <p:ph type="title"/>
          </p:nvPr>
        </p:nvSpPr>
        <p:spPr/>
        <p:txBody>
          <a:bodyPr/>
          <a:lstStyle/>
          <a:p>
            <a:r>
              <a:rPr lang="en-US" dirty="0"/>
              <a:t>Research Design</a:t>
            </a:r>
          </a:p>
        </p:txBody>
      </p:sp>
      <p:sp>
        <p:nvSpPr>
          <p:cNvPr id="3" name="Content Placeholder 2">
            <a:extLst>
              <a:ext uri="{FF2B5EF4-FFF2-40B4-BE49-F238E27FC236}">
                <a16:creationId xmlns:a16="http://schemas.microsoft.com/office/drawing/2014/main" id="{EAD3D7B7-0DC3-0DDF-F627-2183BB746CDB}"/>
              </a:ext>
            </a:extLst>
          </p:cNvPr>
          <p:cNvSpPr>
            <a:spLocks noGrp="1"/>
          </p:cNvSpPr>
          <p:nvPr>
            <p:ph idx="1"/>
          </p:nvPr>
        </p:nvSpPr>
        <p:spPr>
          <a:xfrm>
            <a:off x="325800" y="1359959"/>
            <a:ext cx="11540763" cy="4635236"/>
          </a:xfrm>
        </p:spPr>
        <p:txBody>
          <a:bodyPr/>
          <a:lstStyle/>
          <a:p>
            <a:r>
              <a:rPr lang="en-US" b="1" dirty="0"/>
              <a:t>Modern staggered </a:t>
            </a:r>
            <a:r>
              <a:rPr lang="en-US" b="1" dirty="0" err="1"/>
              <a:t>DiD</a:t>
            </a:r>
            <a:r>
              <a:rPr lang="en-US" b="1" dirty="0"/>
              <a:t> estimator </a:t>
            </a:r>
          </a:p>
          <a:p>
            <a:r>
              <a:rPr lang="en-US" dirty="0"/>
              <a:t>avoids </a:t>
            </a:r>
            <a:r>
              <a:rPr lang="en-US" b="1" dirty="0"/>
              <a:t>negative weighting problems</a:t>
            </a:r>
            <a:r>
              <a:rPr lang="en-US" dirty="0"/>
              <a:t> in traditional TWFE</a:t>
            </a:r>
            <a:br>
              <a:rPr lang="en-US" dirty="0"/>
            </a:br>
            <a:r>
              <a:rPr lang="en-US" dirty="0"/>
              <a:t>allows </a:t>
            </a:r>
            <a:r>
              <a:rPr lang="en-US" b="1" dirty="0"/>
              <a:t>treatment timing heterogeneity</a:t>
            </a:r>
            <a:br>
              <a:rPr lang="en-US" dirty="0"/>
            </a:br>
            <a:r>
              <a:rPr lang="en-US" dirty="0"/>
              <a:t>estimates </a:t>
            </a:r>
            <a:r>
              <a:rPr lang="en-US" b="1" dirty="0"/>
              <a:t>group</a:t>
            </a:r>
          </a:p>
          <a:p>
            <a:r>
              <a:rPr lang="en-US" b="1" dirty="0"/>
              <a:t>-time </a:t>
            </a:r>
            <a:r>
              <a:rPr lang="en-US" b="1" dirty="0" err="1"/>
              <a:t>ATTGeneralized</a:t>
            </a:r>
            <a:r>
              <a:rPr lang="en-US" b="1" dirty="0"/>
              <a:t> Propensity Score</a:t>
            </a:r>
          </a:p>
          <a:p>
            <a:r>
              <a:rPr lang="en-US" b="1" dirty="0"/>
              <a:t>misspecification compared to traditional matching approaches.</a:t>
            </a:r>
          </a:p>
          <a:p>
            <a:r>
              <a:rPr lang="en-US" b="1" dirty="0"/>
              <a:t>- Treatment timing varies across units; effects are estimated for group–time average treatment effects (ATT(</a:t>
            </a:r>
            <a:r>
              <a:rPr lang="en-US" b="1" dirty="0" err="1"/>
              <a:t>g,t</a:t>
            </a:r>
            <a:r>
              <a:rPr lang="en-US" b="1" dirty="0"/>
              <a:t>)).A </a:t>
            </a:r>
            <a:r>
              <a:rPr lang="en-US" b="1" dirty="0" err="1"/>
              <a:t>generalised</a:t>
            </a:r>
            <a:r>
              <a:rPr lang="en-US" b="1" dirty="0"/>
              <a:t> propensity score 𝑝𝑔(𝑋)</a:t>
            </a:r>
            <a:r>
              <a:rPr lang="en-US" b="1" dirty="0" err="1"/>
              <a:t>pg</a:t>
            </a:r>
            <a:r>
              <a:rPr lang="en-US" b="1" dirty="0"/>
              <a:t>	​(X) models the probability of being first treated in period 𝑔g, conditional on pre-treatment covariates 𝑋</a:t>
            </a:r>
            <a:r>
              <a:rPr lang="en-US" b="1" dirty="0" err="1"/>
              <a:t>X.Comparisons</a:t>
            </a:r>
            <a:r>
              <a:rPr lang="en-US" b="1" dirty="0"/>
              <a:t> are made between units treated in period 𝑔g and appropriate comparison groups (never-treated or not-yet-treated).Estimation combines outcome modelling and weighting to reduce bias.</a:t>
            </a:r>
          </a:p>
          <a:p>
            <a:endParaRPr lang="en-US" b="1" dirty="0"/>
          </a:p>
          <a:p>
            <a:endParaRPr lang="en-US" b="1" dirty="0"/>
          </a:p>
          <a:p>
            <a:endParaRPr lang="en-US" b="1" dirty="0"/>
          </a:p>
          <a:p>
            <a:endParaRPr lang="en-US" b="1" dirty="0"/>
          </a:p>
          <a:p>
            <a:endParaRPr lang="en-US" b="1" dirty="0"/>
          </a:p>
          <a:p>
            <a:endParaRPr lang="en-US" b="1" dirty="0"/>
          </a:p>
          <a:p>
            <a:endParaRPr lang="en-US" dirty="0">
              <a:solidFill>
                <a:srgbClr val="8B4513"/>
              </a:solidFill>
            </a:endParaRPr>
          </a:p>
        </p:txBody>
      </p:sp>
      <p:sp>
        <p:nvSpPr>
          <p:cNvPr id="4" name="Date Placeholder 3">
            <a:extLst>
              <a:ext uri="{FF2B5EF4-FFF2-40B4-BE49-F238E27FC236}">
                <a16:creationId xmlns:a16="http://schemas.microsoft.com/office/drawing/2014/main" id="{52B9ABED-60CC-CFDF-69BE-E6DEF098A6C2}"/>
              </a:ext>
            </a:extLst>
          </p:cNvPr>
          <p:cNvSpPr>
            <a:spLocks noGrp="1"/>
          </p:cNvSpPr>
          <p:nvPr>
            <p:ph type="dt" sz="half" idx="10"/>
          </p:nvPr>
        </p:nvSpPr>
        <p:spPr/>
        <p:txBody>
          <a:bodyPr/>
          <a:lstStyle/>
          <a:p>
            <a:fld id="{95943724-B1DD-482A-99D3-F0B81FE25C13}" type="datetime1">
              <a:rPr lang="en-GB" smtClean="0"/>
              <a:t>18/03/2026</a:t>
            </a:fld>
            <a:endParaRPr lang="en-GB"/>
          </a:p>
        </p:txBody>
      </p:sp>
      <p:sp>
        <p:nvSpPr>
          <p:cNvPr id="5" name="Footer Placeholder 4">
            <a:extLst>
              <a:ext uri="{FF2B5EF4-FFF2-40B4-BE49-F238E27FC236}">
                <a16:creationId xmlns:a16="http://schemas.microsoft.com/office/drawing/2014/main" id="{2FFB2D48-073F-8E5D-D19E-DE92AAFEA392}"/>
              </a:ext>
            </a:extLst>
          </p:cNvPr>
          <p:cNvSpPr>
            <a:spLocks noGrp="1"/>
          </p:cNvSpPr>
          <p:nvPr>
            <p:ph type="ftr" sz="quarter" idx="11"/>
          </p:nvPr>
        </p:nvSpPr>
        <p:spPr>
          <a:xfrm>
            <a:off x="412506" y="654019"/>
            <a:ext cx="7584181" cy="406219"/>
          </a:xfrm>
        </p:spPr>
        <p:txBody>
          <a:bodyPr/>
          <a:lstStyle/>
          <a:p>
            <a:r>
              <a:rPr lang="en-US" dirty="0"/>
              <a:t>Callaway, B., &amp; Sant’Anna, P. H. (2021). Difference-in-differences with multiple time periods. </a:t>
            </a:r>
            <a:r>
              <a:rPr lang="en-US" i="1" dirty="0"/>
              <a:t>Journal of econometrics</a:t>
            </a:r>
            <a:r>
              <a:rPr lang="en-US" dirty="0"/>
              <a:t>, </a:t>
            </a:r>
            <a:r>
              <a:rPr lang="en-US" i="1" dirty="0"/>
              <a:t>225</a:t>
            </a:r>
            <a:r>
              <a:rPr lang="en-US" dirty="0"/>
              <a:t>(2), 200-230.</a:t>
            </a:r>
            <a:endParaRPr lang="en-GB" dirty="0"/>
          </a:p>
        </p:txBody>
      </p:sp>
      <p:sp>
        <p:nvSpPr>
          <p:cNvPr id="6" name="Slide Number Placeholder 5">
            <a:extLst>
              <a:ext uri="{FF2B5EF4-FFF2-40B4-BE49-F238E27FC236}">
                <a16:creationId xmlns:a16="http://schemas.microsoft.com/office/drawing/2014/main" id="{71CD8974-B9D5-454C-718A-B8851F8C3DEF}"/>
              </a:ext>
            </a:extLst>
          </p:cNvPr>
          <p:cNvSpPr>
            <a:spLocks noGrp="1"/>
          </p:cNvSpPr>
          <p:nvPr>
            <p:ph type="sldNum" sz="quarter" idx="12"/>
          </p:nvPr>
        </p:nvSpPr>
        <p:spPr/>
        <p:txBody>
          <a:bodyPr/>
          <a:lstStyle/>
          <a:p>
            <a:fld id="{CBA53E11-492D-48B3-9F9B-09541CA2A39A}" type="slidenum">
              <a:rPr lang="en-GB" smtClean="0"/>
              <a:t>9</a:t>
            </a:fld>
            <a:endParaRPr lang="en-GB"/>
          </a:p>
        </p:txBody>
      </p:sp>
      <p:sp>
        <p:nvSpPr>
          <p:cNvPr id="7" name="Subtitle 6">
            <a:extLst>
              <a:ext uri="{FF2B5EF4-FFF2-40B4-BE49-F238E27FC236}">
                <a16:creationId xmlns:a16="http://schemas.microsoft.com/office/drawing/2014/main" id="{3BCC0ABF-6B23-0BDE-8F40-48F42CEC3FD6}"/>
              </a:ext>
            </a:extLst>
          </p:cNvPr>
          <p:cNvSpPr>
            <a:spLocks noGrp="1"/>
          </p:cNvSpPr>
          <p:nvPr>
            <p:ph type="subTitle" idx="13"/>
          </p:nvPr>
        </p:nvSpPr>
        <p:spPr>
          <a:xfrm>
            <a:off x="325800" y="620196"/>
            <a:ext cx="7670887" cy="309569"/>
          </a:xfrm>
        </p:spPr>
        <p:txBody>
          <a:bodyPr/>
          <a:lstStyle/>
          <a:p>
            <a:r>
              <a:rPr lang="en-US" dirty="0"/>
              <a:t>Difference-in-Differences with Multiple Time Periods </a:t>
            </a:r>
            <a:endParaRPr lang="en-US" b="1" dirty="0"/>
          </a:p>
          <a:p>
            <a:endParaRPr lang="en-US" dirty="0"/>
          </a:p>
        </p:txBody>
      </p:sp>
    </p:spTree>
    <p:extLst>
      <p:ext uri="{BB962C8B-B14F-4D97-AF65-F5344CB8AC3E}">
        <p14:creationId xmlns:p14="http://schemas.microsoft.com/office/powerpoint/2010/main" val="164695642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4A4F1-DA23-E81B-1BE5-FE34F92ED162}"/>
              </a:ext>
            </a:extLst>
          </p:cNvPr>
          <p:cNvSpPr>
            <a:spLocks noGrp="1"/>
          </p:cNvSpPr>
          <p:nvPr>
            <p:ph type="title"/>
          </p:nvPr>
        </p:nvSpPr>
        <p:spPr/>
        <p:txBody>
          <a:bodyPr/>
          <a:lstStyle/>
          <a:p>
            <a:r>
              <a:rPr lang="en-US" dirty="0"/>
              <a:t>Matching Strategy</a:t>
            </a:r>
          </a:p>
        </p:txBody>
      </p:sp>
      <p:sp>
        <p:nvSpPr>
          <p:cNvPr id="3" name="Content Placeholder 2">
            <a:extLst>
              <a:ext uri="{FF2B5EF4-FFF2-40B4-BE49-F238E27FC236}">
                <a16:creationId xmlns:a16="http://schemas.microsoft.com/office/drawing/2014/main" id="{875C6F90-92A8-DC47-0155-E4427FC5DBFA}"/>
              </a:ext>
            </a:extLst>
          </p:cNvPr>
          <p:cNvSpPr>
            <a:spLocks noGrp="1"/>
          </p:cNvSpPr>
          <p:nvPr>
            <p:ph idx="1"/>
          </p:nvPr>
        </p:nvSpPr>
        <p:spPr/>
        <p:txBody>
          <a:bodyPr/>
          <a:lstStyle/>
          <a:p>
            <a:r>
              <a:rPr lang="en-US" dirty="0"/>
              <a:t>the Objective: improve comparability between treated and control areas </a:t>
            </a:r>
            <a:r>
              <a:rPr lang="en-US" dirty="0" err="1"/>
              <a:t>ie</a:t>
            </a:r>
            <a:r>
              <a:rPr lang="en-US" b="1" dirty="0"/>
              <a:t> design quality before estimation</a:t>
            </a:r>
            <a:endParaRPr lang="en-US" dirty="0"/>
          </a:p>
          <a:p>
            <a:endParaRPr lang="en-US" dirty="0"/>
          </a:p>
          <a:p>
            <a:r>
              <a:rPr lang="en-US" dirty="0"/>
              <a:t>Match treated OAs to similar non-treated OAs based on:</a:t>
            </a:r>
          </a:p>
          <a:p>
            <a:pPr marL="342900" indent="-342900">
              <a:buFont typeface="Arial" panose="020B0604020202020204" pitchFamily="34" charset="0"/>
              <a:buChar char="•"/>
            </a:pPr>
            <a:r>
              <a:rPr lang="en-US" dirty="0"/>
              <a:t>pre-treatment information: </a:t>
            </a:r>
          </a:p>
          <a:p>
            <a:pPr marL="504891" lvl="2" indent="-342900"/>
            <a:r>
              <a:rPr lang="en-US" dirty="0"/>
              <a:t>injury levels and trends, broken down by injury type and travel mode </a:t>
            </a:r>
          </a:p>
          <a:p>
            <a:pPr marL="342900" indent="-342900">
              <a:buFont typeface="Arial" panose="020B0604020202020204" pitchFamily="34" charset="0"/>
              <a:buChar char="•"/>
            </a:pPr>
            <a:r>
              <a:rPr lang="en-US" dirty="0"/>
              <a:t>Contextual and structural confounders </a:t>
            </a:r>
          </a:p>
          <a:p>
            <a:pPr marL="666884" lvl="3" indent="-342900"/>
            <a:r>
              <a:rPr lang="en-US" dirty="0"/>
              <a:t>Road network: link density, road type mix (A-road %, minor road %), speed limit distribution, junction density</a:t>
            </a:r>
          </a:p>
          <a:p>
            <a:pPr marL="666884" lvl="3" indent="-342900"/>
            <a:r>
              <a:rPr lang="en-US" dirty="0"/>
              <a:t>Traffic exposure</a:t>
            </a:r>
          </a:p>
          <a:p>
            <a:pPr marL="666884" lvl="3" indent="-342900"/>
            <a:r>
              <a:rPr lang="en-US" dirty="0"/>
              <a:t> Sociodemographic and Socioeconomic characteristics </a:t>
            </a:r>
          </a:p>
          <a:p>
            <a:r>
              <a:rPr lang="en-US" dirty="0"/>
              <a:t>Stratified by country (England Vs Scotland) </a:t>
            </a:r>
          </a:p>
        </p:txBody>
      </p:sp>
      <p:sp>
        <p:nvSpPr>
          <p:cNvPr id="4" name="Date Placeholder 3">
            <a:extLst>
              <a:ext uri="{FF2B5EF4-FFF2-40B4-BE49-F238E27FC236}">
                <a16:creationId xmlns:a16="http://schemas.microsoft.com/office/drawing/2014/main" id="{A307639D-0634-957B-95B5-7078ACC95428}"/>
              </a:ext>
            </a:extLst>
          </p:cNvPr>
          <p:cNvSpPr>
            <a:spLocks noGrp="1"/>
          </p:cNvSpPr>
          <p:nvPr>
            <p:ph type="dt" sz="half" idx="10"/>
          </p:nvPr>
        </p:nvSpPr>
        <p:spPr/>
        <p:txBody>
          <a:bodyPr/>
          <a:lstStyle/>
          <a:p>
            <a:fld id="{95943724-B1DD-482A-99D3-F0B81FE25C13}" type="datetime1">
              <a:rPr lang="en-GB" smtClean="0"/>
              <a:t>18/03/2026</a:t>
            </a:fld>
            <a:endParaRPr lang="en-GB"/>
          </a:p>
        </p:txBody>
      </p:sp>
      <p:sp>
        <p:nvSpPr>
          <p:cNvPr id="5" name="Footer Placeholder 4">
            <a:extLst>
              <a:ext uri="{FF2B5EF4-FFF2-40B4-BE49-F238E27FC236}">
                <a16:creationId xmlns:a16="http://schemas.microsoft.com/office/drawing/2014/main" id="{BB69A37A-449C-A150-79E1-96B525432898}"/>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3543D073-AECA-15F9-848A-87DE652050BC}"/>
              </a:ext>
            </a:extLst>
          </p:cNvPr>
          <p:cNvSpPr>
            <a:spLocks noGrp="1"/>
          </p:cNvSpPr>
          <p:nvPr>
            <p:ph type="sldNum" sz="quarter" idx="12"/>
          </p:nvPr>
        </p:nvSpPr>
        <p:spPr/>
        <p:txBody>
          <a:bodyPr/>
          <a:lstStyle/>
          <a:p>
            <a:fld id="{CBA53E11-492D-48B3-9F9B-09541CA2A39A}" type="slidenum">
              <a:rPr lang="en-GB" smtClean="0"/>
              <a:t>10</a:t>
            </a:fld>
            <a:endParaRPr lang="en-GB"/>
          </a:p>
        </p:txBody>
      </p:sp>
      <p:sp>
        <p:nvSpPr>
          <p:cNvPr id="7" name="Subtitle 6">
            <a:extLst>
              <a:ext uri="{FF2B5EF4-FFF2-40B4-BE49-F238E27FC236}">
                <a16:creationId xmlns:a16="http://schemas.microsoft.com/office/drawing/2014/main" id="{9324A70A-2511-7583-F1BE-A851A90A7417}"/>
              </a:ext>
            </a:extLst>
          </p:cNvPr>
          <p:cNvSpPr>
            <a:spLocks noGrp="1"/>
          </p:cNvSpPr>
          <p:nvPr>
            <p:ph type="subTitle" idx="13"/>
          </p:nvPr>
        </p:nvSpPr>
        <p:spPr/>
        <p:txBody>
          <a:bodyPr/>
          <a:lstStyle/>
          <a:p>
            <a:r>
              <a:rPr lang="en-US" b="1" dirty="0"/>
              <a:t>(design stage) </a:t>
            </a:r>
            <a:endParaRPr lang="en-US" dirty="0"/>
          </a:p>
        </p:txBody>
      </p:sp>
    </p:spTree>
    <p:extLst>
      <p:ext uri="{BB962C8B-B14F-4D97-AF65-F5344CB8AC3E}">
        <p14:creationId xmlns:p14="http://schemas.microsoft.com/office/powerpoint/2010/main" val="1699302506"/>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FFAF2-42EE-0056-FDB2-EE243DE9DC9D}"/>
              </a:ext>
            </a:extLst>
          </p:cNvPr>
          <p:cNvSpPr>
            <a:spLocks noGrp="1"/>
          </p:cNvSpPr>
          <p:nvPr>
            <p:ph type="title"/>
          </p:nvPr>
        </p:nvSpPr>
        <p:spPr/>
        <p:txBody>
          <a:bodyPr/>
          <a:lstStyle/>
          <a:p>
            <a:r>
              <a:rPr lang="en-US" dirty="0"/>
              <a:t>Matching method</a:t>
            </a:r>
          </a:p>
        </p:txBody>
      </p:sp>
      <p:sp>
        <p:nvSpPr>
          <p:cNvPr id="3" name="Content Placeholder 2">
            <a:extLst>
              <a:ext uri="{FF2B5EF4-FFF2-40B4-BE49-F238E27FC236}">
                <a16:creationId xmlns:a16="http://schemas.microsoft.com/office/drawing/2014/main" id="{C8760DC5-4176-9E11-E900-69B1E2242DD0}"/>
              </a:ext>
            </a:extLst>
          </p:cNvPr>
          <p:cNvSpPr>
            <a:spLocks noGrp="1"/>
          </p:cNvSpPr>
          <p:nvPr>
            <p:ph idx="1"/>
          </p:nvPr>
        </p:nvSpPr>
        <p:spPr>
          <a:xfrm>
            <a:off x="325800" y="1216325"/>
            <a:ext cx="11540763" cy="5044775"/>
          </a:xfrm>
        </p:spPr>
        <p:txBody>
          <a:bodyPr/>
          <a:lstStyle/>
          <a:p>
            <a:pPr marL="342900" indent="-342900">
              <a:buFont typeface="Arial" panose="020B0604020202020204" pitchFamily="34" charset="0"/>
              <a:buChar char="•"/>
            </a:pPr>
            <a:r>
              <a:rPr lang="en-US" dirty="0"/>
              <a:t>It restricts the control donor pool to OAs comparable to each treated OA to improve the </a:t>
            </a:r>
            <a:r>
              <a:rPr lang="en-US" b="1" dirty="0"/>
              <a:t>balance and plausibility of the parallel trends assumption</a:t>
            </a:r>
            <a:endParaRPr lang="en-US" dirty="0"/>
          </a:p>
          <a:p>
            <a:pPr marL="342900" indent="-342900">
              <a:buFont typeface="Arial" panose="020B0604020202020204" pitchFamily="34" charset="0"/>
              <a:buChar char="•"/>
            </a:pPr>
            <a:r>
              <a:rPr lang="en-US" dirty="0"/>
              <a:t>It identifies the control OA, </a:t>
            </a:r>
            <a:r>
              <a:rPr lang="en-US" dirty="0" err="1"/>
              <a:t>minimising</a:t>
            </a:r>
            <a:r>
              <a:rPr lang="en-US" dirty="0"/>
              <a:t> the weighted multivariate distance across all matching variables simultaneously. This deals with multiple pre-treatment trends across outcome types and casualty modes that are, by construction, highly intercorrelated. </a:t>
            </a:r>
          </a:p>
          <a:p>
            <a:pPr marL="342900" indent="-342900">
              <a:buFont typeface="Arial" panose="020B0604020202020204" pitchFamily="34" charset="0"/>
              <a:buChar char="•"/>
            </a:pPr>
            <a:r>
              <a:rPr lang="en-US" dirty="0"/>
              <a:t>We impose a caliper (maximum allowable distance) of 0.25 SD, such that any treated OA for which no sufficiently similar control exists within this distance is excluded rather than matched badly, preventing poor matches from biasing the estimated treatment effects. </a:t>
            </a:r>
          </a:p>
          <a:p>
            <a:pPr marL="342900" indent="-342900">
              <a:buFont typeface="Arial" panose="020B0604020202020204" pitchFamily="34" charset="0"/>
              <a:buChar char="•"/>
            </a:pPr>
            <a:r>
              <a:rPr lang="en-US" dirty="0"/>
              <a:t>Matching is performed separately within each treatment timing cohort, consistent with the grouped treatment structure of the Callaway &amp; Sant'Anna (2021) estimator, </a:t>
            </a:r>
          </a:p>
          <a:p>
            <a:pPr marL="342900" indent="-342900">
              <a:buFont typeface="Arial" panose="020B0604020202020204" pitchFamily="34" charset="0"/>
              <a:buChar char="•"/>
            </a:pPr>
            <a:r>
              <a:rPr lang="en-US" dirty="0"/>
              <a:t> Exact matching is enforced on the country to account for differences in recording, contexts, etc.</a:t>
            </a:r>
          </a:p>
          <a:p>
            <a:pPr marL="342900" indent="-342900">
              <a:buFont typeface="Arial" panose="020B0604020202020204" pitchFamily="34" charset="0"/>
              <a:buChar char="•"/>
            </a:pPr>
            <a:r>
              <a:rPr lang="en-US" dirty="0"/>
              <a:t>Calipers prevent bad matches when treated OAs are unusual, so that if no sufficiently similar control exists, the treated OA is dropped rather.</a:t>
            </a:r>
          </a:p>
          <a:p>
            <a:pPr marL="342900" indent="-342900">
              <a:buFont typeface="Arial" panose="020B0604020202020204" pitchFamily="34" charset="0"/>
              <a:buChar char="•"/>
            </a:pPr>
            <a:endParaRPr lang="en-US" dirty="0"/>
          </a:p>
        </p:txBody>
      </p:sp>
      <p:sp>
        <p:nvSpPr>
          <p:cNvPr id="4" name="Date Placeholder 3">
            <a:extLst>
              <a:ext uri="{FF2B5EF4-FFF2-40B4-BE49-F238E27FC236}">
                <a16:creationId xmlns:a16="http://schemas.microsoft.com/office/drawing/2014/main" id="{5D17733E-2829-38E9-B8F8-2A99ED370EE5}"/>
              </a:ext>
            </a:extLst>
          </p:cNvPr>
          <p:cNvSpPr>
            <a:spLocks noGrp="1"/>
          </p:cNvSpPr>
          <p:nvPr>
            <p:ph type="dt" sz="half" idx="10"/>
          </p:nvPr>
        </p:nvSpPr>
        <p:spPr/>
        <p:txBody>
          <a:bodyPr/>
          <a:lstStyle/>
          <a:p>
            <a:fld id="{95943724-B1DD-482A-99D3-F0B81FE25C13}" type="datetime1">
              <a:rPr lang="en-GB" smtClean="0"/>
              <a:t>18/03/2026</a:t>
            </a:fld>
            <a:endParaRPr lang="en-GB"/>
          </a:p>
        </p:txBody>
      </p:sp>
      <p:sp>
        <p:nvSpPr>
          <p:cNvPr id="5" name="Footer Placeholder 4">
            <a:extLst>
              <a:ext uri="{FF2B5EF4-FFF2-40B4-BE49-F238E27FC236}">
                <a16:creationId xmlns:a16="http://schemas.microsoft.com/office/drawing/2014/main" id="{F3EBD812-7C12-FA60-6ED9-659C6894F4E5}"/>
              </a:ext>
            </a:extLst>
          </p:cNvPr>
          <p:cNvSpPr>
            <a:spLocks noGrp="1"/>
          </p:cNvSpPr>
          <p:nvPr>
            <p:ph type="ftr" sz="quarter" idx="11"/>
          </p:nvPr>
        </p:nvSpPr>
        <p:spPr>
          <a:xfrm>
            <a:off x="1751162" y="5564039"/>
            <a:ext cx="6737229" cy="697061"/>
          </a:xfrm>
        </p:spPr>
        <p:txBody>
          <a:bodyPr/>
          <a:lstStyle/>
          <a:p>
            <a:r>
              <a:rPr lang="en-US" dirty="0"/>
              <a:t>Stuart, E. A. (2010). Matching methods for causal inference: A review and a look forward. </a:t>
            </a:r>
            <a:r>
              <a:rPr lang="en-US" i="1" dirty="0"/>
              <a:t>Statistical science: a review journal of the Institute of Mathematical Statistics</a:t>
            </a:r>
            <a:r>
              <a:rPr lang="en-US" dirty="0"/>
              <a:t>, </a:t>
            </a:r>
            <a:r>
              <a:rPr lang="en-US" i="1" dirty="0"/>
              <a:t>25</a:t>
            </a:r>
            <a:r>
              <a:rPr lang="en-US" dirty="0"/>
              <a:t>(1), 1.</a:t>
            </a:r>
          </a:p>
          <a:p>
            <a:r>
              <a:rPr lang="en-US" dirty="0"/>
              <a:t>Rubin, Donald B. "Bias reduction using </a:t>
            </a:r>
            <a:r>
              <a:rPr lang="en-US" dirty="0" err="1"/>
              <a:t>Mahalanobis</a:t>
            </a:r>
            <a:r>
              <a:rPr lang="en-US" dirty="0"/>
              <a:t>-metric matching." </a:t>
            </a:r>
            <a:r>
              <a:rPr lang="en-US" i="1" dirty="0"/>
              <a:t>Biometrics</a:t>
            </a:r>
            <a:r>
              <a:rPr lang="en-US" dirty="0"/>
              <a:t> (1980): 293-298.</a:t>
            </a:r>
            <a:endParaRPr lang="en-GB" dirty="0"/>
          </a:p>
        </p:txBody>
      </p:sp>
      <p:sp>
        <p:nvSpPr>
          <p:cNvPr id="6" name="Slide Number Placeholder 5">
            <a:extLst>
              <a:ext uri="{FF2B5EF4-FFF2-40B4-BE49-F238E27FC236}">
                <a16:creationId xmlns:a16="http://schemas.microsoft.com/office/drawing/2014/main" id="{2D38427A-CF59-7F08-99F4-B28874F4C088}"/>
              </a:ext>
            </a:extLst>
          </p:cNvPr>
          <p:cNvSpPr>
            <a:spLocks noGrp="1"/>
          </p:cNvSpPr>
          <p:nvPr>
            <p:ph type="sldNum" sz="quarter" idx="12"/>
          </p:nvPr>
        </p:nvSpPr>
        <p:spPr/>
        <p:txBody>
          <a:bodyPr/>
          <a:lstStyle/>
          <a:p>
            <a:fld id="{CBA53E11-492D-48B3-9F9B-09541CA2A39A}" type="slidenum">
              <a:rPr lang="en-GB" smtClean="0"/>
              <a:t>11</a:t>
            </a:fld>
            <a:endParaRPr lang="en-GB"/>
          </a:p>
        </p:txBody>
      </p:sp>
      <p:sp>
        <p:nvSpPr>
          <p:cNvPr id="7" name="Subtitle 6">
            <a:extLst>
              <a:ext uri="{FF2B5EF4-FFF2-40B4-BE49-F238E27FC236}">
                <a16:creationId xmlns:a16="http://schemas.microsoft.com/office/drawing/2014/main" id="{912CF863-4D03-FD9D-B6A7-FDE7658F6ACA}"/>
              </a:ext>
            </a:extLst>
          </p:cNvPr>
          <p:cNvSpPr>
            <a:spLocks noGrp="1"/>
          </p:cNvSpPr>
          <p:nvPr>
            <p:ph type="subTitle" idx="13"/>
          </p:nvPr>
        </p:nvSpPr>
        <p:spPr/>
        <p:txBody>
          <a:bodyPr/>
          <a:lstStyle/>
          <a:p>
            <a:r>
              <a:rPr lang="en-US" dirty="0" err="1"/>
              <a:t>Mahalanobis</a:t>
            </a:r>
            <a:r>
              <a:rPr lang="en-US" dirty="0"/>
              <a:t> distance matching with Caliper at the OA level</a:t>
            </a:r>
          </a:p>
        </p:txBody>
      </p:sp>
    </p:spTree>
    <p:extLst>
      <p:ext uri="{BB962C8B-B14F-4D97-AF65-F5344CB8AC3E}">
        <p14:creationId xmlns:p14="http://schemas.microsoft.com/office/powerpoint/2010/main" val="1814290447"/>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B0669-677D-96D7-8D89-A0DA25A87D82}"/>
              </a:ext>
            </a:extLst>
          </p:cNvPr>
          <p:cNvSpPr>
            <a:spLocks noGrp="1"/>
          </p:cNvSpPr>
          <p:nvPr>
            <p:ph type="title"/>
          </p:nvPr>
        </p:nvSpPr>
        <p:spPr/>
        <p:txBody>
          <a:bodyPr/>
          <a:lstStyle/>
          <a:p>
            <a:r>
              <a:rPr lang="en-US" dirty="0"/>
              <a:t>Construction of the Donor Pool</a:t>
            </a:r>
          </a:p>
        </p:txBody>
      </p:sp>
      <p:sp>
        <p:nvSpPr>
          <p:cNvPr id="3" name="Content Placeholder 2">
            <a:extLst>
              <a:ext uri="{FF2B5EF4-FFF2-40B4-BE49-F238E27FC236}">
                <a16:creationId xmlns:a16="http://schemas.microsoft.com/office/drawing/2014/main" id="{A0C3DBB3-CA83-DBB1-9949-6FBAF79B7A13}"/>
              </a:ext>
            </a:extLst>
          </p:cNvPr>
          <p:cNvSpPr>
            <a:spLocks noGrp="1"/>
          </p:cNvSpPr>
          <p:nvPr>
            <p:ph idx="1"/>
          </p:nvPr>
        </p:nvSpPr>
        <p:spPr>
          <a:xfrm>
            <a:off x="325800" y="1129033"/>
            <a:ext cx="11540763" cy="5132067"/>
          </a:xfrm>
        </p:spPr>
        <p:txBody>
          <a:bodyPr/>
          <a:lstStyle/>
          <a:p>
            <a:endParaRPr lang="en-US" dirty="0"/>
          </a:p>
        </p:txBody>
      </p:sp>
      <p:sp>
        <p:nvSpPr>
          <p:cNvPr id="4" name="Date Placeholder 3">
            <a:extLst>
              <a:ext uri="{FF2B5EF4-FFF2-40B4-BE49-F238E27FC236}">
                <a16:creationId xmlns:a16="http://schemas.microsoft.com/office/drawing/2014/main" id="{01392C9D-D8F1-CC3E-4DDE-B510D032B1C6}"/>
              </a:ext>
            </a:extLst>
          </p:cNvPr>
          <p:cNvSpPr>
            <a:spLocks noGrp="1"/>
          </p:cNvSpPr>
          <p:nvPr>
            <p:ph type="dt" sz="half" idx="10"/>
          </p:nvPr>
        </p:nvSpPr>
        <p:spPr/>
        <p:txBody>
          <a:bodyPr/>
          <a:lstStyle/>
          <a:p>
            <a:fld id="{95943724-B1DD-482A-99D3-F0B81FE25C13}" type="datetime1">
              <a:rPr lang="en-GB" smtClean="0"/>
              <a:t>18/03/2026</a:t>
            </a:fld>
            <a:endParaRPr lang="en-GB"/>
          </a:p>
        </p:txBody>
      </p:sp>
      <p:sp>
        <p:nvSpPr>
          <p:cNvPr id="5" name="Footer Placeholder 4">
            <a:extLst>
              <a:ext uri="{FF2B5EF4-FFF2-40B4-BE49-F238E27FC236}">
                <a16:creationId xmlns:a16="http://schemas.microsoft.com/office/drawing/2014/main" id="{876B6D00-1814-CD54-D96C-1BECD04343E8}"/>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62F82F5D-553E-B78F-C9E6-BDA40A61563E}"/>
              </a:ext>
            </a:extLst>
          </p:cNvPr>
          <p:cNvSpPr>
            <a:spLocks noGrp="1"/>
          </p:cNvSpPr>
          <p:nvPr>
            <p:ph type="sldNum" sz="quarter" idx="12"/>
          </p:nvPr>
        </p:nvSpPr>
        <p:spPr/>
        <p:txBody>
          <a:bodyPr/>
          <a:lstStyle/>
          <a:p>
            <a:fld id="{CBA53E11-492D-48B3-9F9B-09541CA2A39A}" type="slidenum">
              <a:rPr lang="en-GB" smtClean="0"/>
              <a:t>12</a:t>
            </a:fld>
            <a:endParaRPr lang="en-GB"/>
          </a:p>
        </p:txBody>
      </p:sp>
      <p:sp>
        <p:nvSpPr>
          <p:cNvPr id="7" name="Subtitle 6">
            <a:extLst>
              <a:ext uri="{FF2B5EF4-FFF2-40B4-BE49-F238E27FC236}">
                <a16:creationId xmlns:a16="http://schemas.microsoft.com/office/drawing/2014/main" id="{213A6F6E-C1F4-F2C3-8422-E3A9DB61860E}"/>
              </a:ext>
            </a:extLst>
          </p:cNvPr>
          <p:cNvSpPr>
            <a:spLocks noGrp="1"/>
          </p:cNvSpPr>
          <p:nvPr>
            <p:ph type="subTitle" idx="13"/>
          </p:nvPr>
        </p:nvSpPr>
        <p:spPr/>
        <p:txBody>
          <a:bodyPr/>
          <a:lstStyle/>
          <a:p>
            <a:endParaRPr lang="en-US"/>
          </a:p>
        </p:txBody>
      </p:sp>
    </p:spTree>
    <p:extLst>
      <p:ext uri="{BB962C8B-B14F-4D97-AF65-F5344CB8AC3E}">
        <p14:creationId xmlns:p14="http://schemas.microsoft.com/office/powerpoint/2010/main" val="3120066182"/>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C58C9-9A93-499D-9904-34DE086A4E68}"/>
              </a:ext>
            </a:extLst>
          </p:cNvPr>
          <p:cNvSpPr>
            <a:spLocks noGrp="1"/>
          </p:cNvSpPr>
          <p:nvPr>
            <p:ph type="title"/>
          </p:nvPr>
        </p:nvSpPr>
        <p:spPr/>
        <p:txBody>
          <a:bodyPr/>
          <a:lstStyle/>
          <a:p>
            <a:r>
              <a:rPr lang="en-US" dirty="0"/>
              <a:t>Final Analysis Dataset</a:t>
            </a:r>
          </a:p>
        </p:txBody>
      </p:sp>
      <p:sp>
        <p:nvSpPr>
          <p:cNvPr id="3" name="Content Placeholder 2">
            <a:extLst>
              <a:ext uri="{FF2B5EF4-FFF2-40B4-BE49-F238E27FC236}">
                <a16:creationId xmlns:a16="http://schemas.microsoft.com/office/drawing/2014/main" id="{32502507-D24E-B702-6E6F-08B73F21C45D}"/>
              </a:ext>
            </a:extLst>
          </p:cNvPr>
          <p:cNvSpPr>
            <a:spLocks noGrp="1"/>
          </p:cNvSpPr>
          <p:nvPr>
            <p:ph idx="1"/>
          </p:nvPr>
        </p:nvSpPr>
        <p:spPr/>
        <p:txBody>
          <a:bodyPr/>
          <a:lstStyle/>
          <a:p>
            <a:r>
              <a:rPr lang="en-US" dirty="0"/>
              <a:t>Combine </a:t>
            </a:r>
            <a:r>
              <a:rPr lang="en-US" b="1" dirty="0"/>
              <a:t>treated roads and matched control roads</a:t>
            </a:r>
            <a:r>
              <a:rPr lang="en-US" dirty="0"/>
              <a:t> into the final analysis panel.</a:t>
            </a:r>
          </a:p>
          <a:p>
            <a:r>
              <a:rPr lang="en-US" dirty="0"/>
              <a:t>Retain the </a:t>
            </a:r>
            <a:r>
              <a:rPr lang="en-US" b="1" dirty="0"/>
              <a:t>balanced quarterly panel structure</a:t>
            </a:r>
            <a:r>
              <a:rPr lang="en-US" dirty="0"/>
              <a:t> across all roads.</a:t>
            </a:r>
          </a:p>
          <a:p>
            <a:r>
              <a:rPr lang="en-US" dirty="0"/>
              <a:t>Merge treatment indicators, outcomes, and covariates.</a:t>
            </a:r>
          </a:p>
          <a:p>
            <a:endParaRPr lang="en-US" dirty="0"/>
          </a:p>
        </p:txBody>
      </p:sp>
      <p:sp>
        <p:nvSpPr>
          <p:cNvPr id="4" name="Date Placeholder 3">
            <a:extLst>
              <a:ext uri="{FF2B5EF4-FFF2-40B4-BE49-F238E27FC236}">
                <a16:creationId xmlns:a16="http://schemas.microsoft.com/office/drawing/2014/main" id="{60704162-A658-7775-473E-3C74EE50554D}"/>
              </a:ext>
            </a:extLst>
          </p:cNvPr>
          <p:cNvSpPr>
            <a:spLocks noGrp="1"/>
          </p:cNvSpPr>
          <p:nvPr>
            <p:ph type="dt" sz="half" idx="10"/>
          </p:nvPr>
        </p:nvSpPr>
        <p:spPr/>
        <p:txBody>
          <a:bodyPr/>
          <a:lstStyle/>
          <a:p>
            <a:fld id="{95943724-B1DD-482A-99D3-F0B81FE25C13}" type="datetime1">
              <a:rPr lang="en-GB" smtClean="0"/>
              <a:t>18/03/2026</a:t>
            </a:fld>
            <a:endParaRPr lang="en-GB"/>
          </a:p>
        </p:txBody>
      </p:sp>
      <p:sp>
        <p:nvSpPr>
          <p:cNvPr id="5" name="Footer Placeholder 4">
            <a:extLst>
              <a:ext uri="{FF2B5EF4-FFF2-40B4-BE49-F238E27FC236}">
                <a16:creationId xmlns:a16="http://schemas.microsoft.com/office/drawing/2014/main" id="{A922EF82-F5DB-81AD-057E-104B1EE073AD}"/>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A7BC2649-98AB-8741-68E0-5FA6F07784FD}"/>
              </a:ext>
            </a:extLst>
          </p:cNvPr>
          <p:cNvSpPr>
            <a:spLocks noGrp="1"/>
          </p:cNvSpPr>
          <p:nvPr>
            <p:ph type="sldNum" sz="quarter" idx="12"/>
          </p:nvPr>
        </p:nvSpPr>
        <p:spPr/>
        <p:txBody>
          <a:bodyPr/>
          <a:lstStyle/>
          <a:p>
            <a:fld id="{CBA53E11-492D-48B3-9F9B-09541CA2A39A}" type="slidenum">
              <a:rPr lang="en-GB" smtClean="0"/>
              <a:t>13</a:t>
            </a:fld>
            <a:endParaRPr lang="en-GB"/>
          </a:p>
        </p:txBody>
      </p:sp>
      <p:sp>
        <p:nvSpPr>
          <p:cNvPr id="7" name="Subtitle 6">
            <a:extLst>
              <a:ext uri="{FF2B5EF4-FFF2-40B4-BE49-F238E27FC236}">
                <a16:creationId xmlns:a16="http://schemas.microsoft.com/office/drawing/2014/main" id="{41A7743B-64B9-A8A5-C17F-64859E2DDC64}"/>
              </a:ext>
            </a:extLst>
          </p:cNvPr>
          <p:cNvSpPr>
            <a:spLocks noGrp="1"/>
          </p:cNvSpPr>
          <p:nvPr>
            <p:ph type="subTitle" idx="13"/>
          </p:nvPr>
        </p:nvSpPr>
        <p:spPr/>
        <p:txBody>
          <a:bodyPr/>
          <a:lstStyle/>
          <a:p>
            <a:endParaRPr lang="en-US"/>
          </a:p>
        </p:txBody>
      </p:sp>
    </p:spTree>
    <p:extLst>
      <p:ext uri="{BB962C8B-B14F-4D97-AF65-F5344CB8AC3E}">
        <p14:creationId xmlns:p14="http://schemas.microsoft.com/office/powerpoint/2010/main" val="2019069694"/>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A47F2-BF96-49BA-3058-C08B10E4B363}"/>
              </a:ext>
            </a:extLst>
          </p:cNvPr>
          <p:cNvSpPr>
            <a:spLocks noGrp="1"/>
          </p:cNvSpPr>
          <p:nvPr>
            <p:ph type="title"/>
          </p:nvPr>
        </p:nvSpPr>
        <p:spPr/>
        <p:txBody>
          <a:bodyPr/>
          <a:lstStyle/>
          <a:p>
            <a:r>
              <a:rPr lang="en-US" dirty="0"/>
              <a:t>Estimation Framework</a:t>
            </a:r>
          </a:p>
        </p:txBody>
      </p:sp>
      <p:sp>
        <p:nvSpPr>
          <p:cNvPr id="3" name="Content Placeholder 2">
            <a:extLst>
              <a:ext uri="{FF2B5EF4-FFF2-40B4-BE49-F238E27FC236}">
                <a16:creationId xmlns:a16="http://schemas.microsoft.com/office/drawing/2014/main" id="{D605902B-32D8-9CC9-9D94-BE3DFFCF8917}"/>
              </a:ext>
            </a:extLst>
          </p:cNvPr>
          <p:cNvSpPr>
            <a:spLocks noGrp="1"/>
          </p:cNvSpPr>
          <p:nvPr>
            <p:ph idx="1"/>
          </p:nvPr>
        </p:nvSpPr>
        <p:spPr/>
        <p:txBody>
          <a:bodyPr/>
          <a:lstStyle/>
          <a:p>
            <a:r>
              <a:rPr lang="en-US" dirty="0"/>
              <a:t>Difference-in-Differences with Multiple Time Periods.</a:t>
            </a:r>
          </a:p>
          <a:p>
            <a:r>
              <a:rPr lang="en-US" dirty="0"/>
              <a:t>Treatment timing varies across units; effects are estimated for group–time average treatment effects (ATT(</a:t>
            </a:r>
            <a:r>
              <a:rPr lang="en-US" dirty="0" err="1"/>
              <a:t>g,t</a:t>
            </a:r>
            <a:r>
              <a:rPr lang="en-US" dirty="0"/>
              <a:t>)).A </a:t>
            </a:r>
            <a:r>
              <a:rPr lang="en-US" dirty="0" err="1"/>
              <a:t>generalised</a:t>
            </a:r>
            <a:r>
              <a:rPr lang="en-US" dirty="0"/>
              <a:t> propensity score 𝑝𝑔(𝑋)</a:t>
            </a:r>
            <a:r>
              <a:rPr lang="en-US" dirty="0" err="1"/>
              <a:t>pg</a:t>
            </a:r>
            <a:r>
              <a:rPr lang="en-US" dirty="0"/>
              <a:t>	​(X) models the probability of being first treated in period 𝑔g, conditional on pre-treatment covariates 𝑋</a:t>
            </a:r>
            <a:r>
              <a:rPr lang="en-US" dirty="0" err="1"/>
              <a:t>X.Comparisons</a:t>
            </a:r>
            <a:r>
              <a:rPr lang="en-US" dirty="0"/>
              <a:t> are made between units treated in period 𝑔g and appropriate comparison groups (never-treated or not-yet-treated).Estimation combines outcome modelling and weighting to reduce bias.</a:t>
            </a:r>
          </a:p>
        </p:txBody>
      </p:sp>
      <p:sp>
        <p:nvSpPr>
          <p:cNvPr id="4" name="Date Placeholder 3">
            <a:extLst>
              <a:ext uri="{FF2B5EF4-FFF2-40B4-BE49-F238E27FC236}">
                <a16:creationId xmlns:a16="http://schemas.microsoft.com/office/drawing/2014/main" id="{D2DB56FC-6581-2E06-4DD6-5C3A8502ADE5}"/>
              </a:ext>
            </a:extLst>
          </p:cNvPr>
          <p:cNvSpPr>
            <a:spLocks noGrp="1"/>
          </p:cNvSpPr>
          <p:nvPr>
            <p:ph type="dt" sz="half" idx="10"/>
          </p:nvPr>
        </p:nvSpPr>
        <p:spPr/>
        <p:txBody>
          <a:bodyPr/>
          <a:lstStyle/>
          <a:p>
            <a:fld id="{95943724-B1DD-482A-99D3-F0B81FE25C13}" type="datetime1">
              <a:rPr lang="en-GB" smtClean="0"/>
              <a:t>18/03/2026</a:t>
            </a:fld>
            <a:endParaRPr lang="en-GB"/>
          </a:p>
        </p:txBody>
      </p:sp>
      <p:sp>
        <p:nvSpPr>
          <p:cNvPr id="5" name="Footer Placeholder 4">
            <a:extLst>
              <a:ext uri="{FF2B5EF4-FFF2-40B4-BE49-F238E27FC236}">
                <a16:creationId xmlns:a16="http://schemas.microsoft.com/office/drawing/2014/main" id="{F8E6307A-F55A-AAFF-9926-6749C3420556}"/>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E43ED1A4-A79E-C690-CF4F-57F878E5EE42}"/>
              </a:ext>
            </a:extLst>
          </p:cNvPr>
          <p:cNvSpPr>
            <a:spLocks noGrp="1"/>
          </p:cNvSpPr>
          <p:nvPr>
            <p:ph type="sldNum" sz="quarter" idx="12"/>
          </p:nvPr>
        </p:nvSpPr>
        <p:spPr/>
        <p:txBody>
          <a:bodyPr/>
          <a:lstStyle/>
          <a:p>
            <a:fld id="{CBA53E11-492D-48B3-9F9B-09541CA2A39A}" type="slidenum">
              <a:rPr lang="en-GB" smtClean="0"/>
              <a:t>14</a:t>
            </a:fld>
            <a:endParaRPr lang="en-GB"/>
          </a:p>
        </p:txBody>
      </p:sp>
      <p:sp>
        <p:nvSpPr>
          <p:cNvPr id="7" name="Subtitle 6">
            <a:extLst>
              <a:ext uri="{FF2B5EF4-FFF2-40B4-BE49-F238E27FC236}">
                <a16:creationId xmlns:a16="http://schemas.microsoft.com/office/drawing/2014/main" id="{130C44D7-867F-EE08-5EB4-8E60CFC97B6B}"/>
              </a:ext>
            </a:extLst>
          </p:cNvPr>
          <p:cNvSpPr>
            <a:spLocks noGrp="1"/>
          </p:cNvSpPr>
          <p:nvPr>
            <p:ph type="subTitle" idx="13"/>
          </p:nvPr>
        </p:nvSpPr>
        <p:spPr/>
        <p:txBody>
          <a:bodyPr/>
          <a:lstStyle/>
          <a:p>
            <a:endParaRPr lang="en-US"/>
          </a:p>
        </p:txBody>
      </p:sp>
    </p:spTree>
    <p:extLst>
      <p:ext uri="{BB962C8B-B14F-4D97-AF65-F5344CB8AC3E}">
        <p14:creationId xmlns:p14="http://schemas.microsoft.com/office/powerpoint/2010/main" val="2289680429"/>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5CE5A-5332-76AE-A84D-35EE8667A5D4}"/>
              </a:ext>
            </a:extLst>
          </p:cNvPr>
          <p:cNvSpPr>
            <a:spLocks noGrp="1"/>
          </p:cNvSpPr>
          <p:nvPr>
            <p:ph type="title"/>
          </p:nvPr>
        </p:nvSpPr>
        <p:spPr/>
        <p:txBody>
          <a:bodyPr/>
          <a:lstStyle/>
          <a:p>
            <a:r>
              <a:rPr lang="en-US" dirty="0"/>
              <a:t>Estimation Approaches</a:t>
            </a:r>
          </a:p>
        </p:txBody>
      </p:sp>
      <p:sp>
        <p:nvSpPr>
          <p:cNvPr id="3" name="Content Placeholder 2">
            <a:extLst>
              <a:ext uri="{FF2B5EF4-FFF2-40B4-BE49-F238E27FC236}">
                <a16:creationId xmlns:a16="http://schemas.microsoft.com/office/drawing/2014/main" id="{FBD93FC1-EB34-CDFF-019A-0C296A25A3AE}"/>
              </a:ext>
            </a:extLst>
          </p:cNvPr>
          <p:cNvSpPr>
            <a:spLocks noGrp="1"/>
          </p:cNvSpPr>
          <p:nvPr>
            <p:ph idx="1"/>
          </p:nvPr>
        </p:nvSpPr>
        <p:spPr/>
        <p:txBody>
          <a:bodyPr/>
          <a:lstStyle/>
          <a:p>
            <a:r>
              <a:rPr lang="en-US" dirty="0"/>
              <a:t>The framework provides </a:t>
            </a:r>
            <a:r>
              <a:rPr lang="en-US" b="1" dirty="0"/>
              <a:t>three estimation strategies</a:t>
            </a:r>
            <a:r>
              <a:rPr lang="en-US" dirty="0"/>
              <a:t>:</a:t>
            </a:r>
          </a:p>
          <a:p>
            <a:r>
              <a:rPr lang="en-US" b="1" dirty="0"/>
              <a:t>Outcome Regression (OR)</a:t>
            </a:r>
            <a:r>
              <a:rPr lang="en-US" dirty="0"/>
              <a:t> – models outcome evolution of comparison units over time.</a:t>
            </a:r>
          </a:p>
          <a:p>
            <a:r>
              <a:rPr lang="en-US" b="1" dirty="0"/>
              <a:t>Inverse Probability Weighting (IPW)</a:t>
            </a:r>
            <a:r>
              <a:rPr lang="en-US" dirty="0"/>
              <a:t> – weights observations using the estimated propensity score.</a:t>
            </a:r>
          </a:p>
          <a:p>
            <a:r>
              <a:rPr lang="en-US" b="1" dirty="0"/>
              <a:t>Doubly Robust (DR)</a:t>
            </a:r>
            <a:r>
              <a:rPr lang="en-US" dirty="0"/>
              <a:t> – combines OR and IPW approaches.</a:t>
            </a:r>
          </a:p>
          <a:p>
            <a:endParaRPr lang="en-US" dirty="0"/>
          </a:p>
        </p:txBody>
      </p:sp>
      <p:sp>
        <p:nvSpPr>
          <p:cNvPr id="4" name="Date Placeholder 3">
            <a:extLst>
              <a:ext uri="{FF2B5EF4-FFF2-40B4-BE49-F238E27FC236}">
                <a16:creationId xmlns:a16="http://schemas.microsoft.com/office/drawing/2014/main" id="{6452C420-7831-0E86-9BED-B2E6CA1FE7F3}"/>
              </a:ext>
            </a:extLst>
          </p:cNvPr>
          <p:cNvSpPr>
            <a:spLocks noGrp="1"/>
          </p:cNvSpPr>
          <p:nvPr>
            <p:ph type="dt" sz="half" idx="10"/>
          </p:nvPr>
        </p:nvSpPr>
        <p:spPr/>
        <p:txBody>
          <a:bodyPr/>
          <a:lstStyle/>
          <a:p>
            <a:fld id="{95943724-B1DD-482A-99D3-F0B81FE25C13}" type="datetime1">
              <a:rPr lang="en-GB" smtClean="0"/>
              <a:t>18/03/2026</a:t>
            </a:fld>
            <a:endParaRPr lang="en-GB"/>
          </a:p>
        </p:txBody>
      </p:sp>
      <p:sp>
        <p:nvSpPr>
          <p:cNvPr id="5" name="Footer Placeholder 4">
            <a:extLst>
              <a:ext uri="{FF2B5EF4-FFF2-40B4-BE49-F238E27FC236}">
                <a16:creationId xmlns:a16="http://schemas.microsoft.com/office/drawing/2014/main" id="{289C63B9-AF85-2019-01C6-8433AB66F2D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3F84403F-BEA8-B2A9-9E66-85664AD4469F}"/>
              </a:ext>
            </a:extLst>
          </p:cNvPr>
          <p:cNvSpPr>
            <a:spLocks noGrp="1"/>
          </p:cNvSpPr>
          <p:nvPr>
            <p:ph type="sldNum" sz="quarter" idx="12"/>
          </p:nvPr>
        </p:nvSpPr>
        <p:spPr/>
        <p:txBody>
          <a:bodyPr/>
          <a:lstStyle/>
          <a:p>
            <a:fld id="{CBA53E11-492D-48B3-9F9B-09541CA2A39A}" type="slidenum">
              <a:rPr lang="en-GB" smtClean="0"/>
              <a:t>15</a:t>
            </a:fld>
            <a:endParaRPr lang="en-GB"/>
          </a:p>
        </p:txBody>
      </p:sp>
      <p:sp>
        <p:nvSpPr>
          <p:cNvPr id="7" name="Subtitle 6">
            <a:extLst>
              <a:ext uri="{FF2B5EF4-FFF2-40B4-BE49-F238E27FC236}">
                <a16:creationId xmlns:a16="http://schemas.microsoft.com/office/drawing/2014/main" id="{9D5AA54C-A5C1-53E2-8426-379FBF364F8E}"/>
              </a:ext>
            </a:extLst>
          </p:cNvPr>
          <p:cNvSpPr>
            <a:spLocks noGrp="1"/>
          </p:cNvSpPr>
          <p:nvPr>
            <p:ph type="subTitle" idx="13"/>
          </p:nvPr>
        </p:nvSpPr>
        <p:spPr/>
        <p:txBody>
          <a:bodyPr/>
          <a:lstStyle/>
          <a:p>
            <a:endParaRPr lang="en-US"/>
          </a:p>
        </p:txBody>
      </p:sp>
    </p:spTree>
    <p:extLst>
      <p:ext uri="{BB962C8B-B14F-4D97-AF65-F5344CB8AC3E}">
        <p14:creationId xmlns:p14="http://schemas.microsoft.com/office/powerpoint/2010/main" val="1180248871"/>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3C90D-FBE7-9FC2-25D0-9973A794CC78}"/>
              </a:ext>
            </a:extLst>
          </p:cNvPr>
          <p:cNvSpPr>
            <a:spLocks noGrp="1"/>
          </p:cNvSpPr>
          <p:nvPr>
            <p:ph type="title"/>
          </p:nvPr>
        </p:nvSpPr>
        <p:spPr/>
        <p:txBody>
          <a:bodyPr/>
          <a:lstStyle/>
          <a:p>
            <a:r>
              <a:rPr lang="en-US" dirty="0"/>
              <a:t>Doubly Robust Estimator</a:t>
            </a:r>
          </a:p>
        </p:txBody>
      </p:sp>
      <p:sp>
        <p:nvSpPr>
          <p:cNvPr id="3" name="Content Placeholder 2">
            <a:extLst>
              <a:ext uri="{FF2B5EF4-FFF2-40B4-BE49-F238E27FC236}">
                <a16:creationId xmlns:a16="http://schemas.microsoft.com/office/drawing/2014/main" id="{A8DF1600-9930-C449-A6C4-8EB29790CABC}"/>
              </a:ext>
            </a:extLst>
          </p:cNvPr>
          <p:cNvSpPr>
            <a:spLocks noGrp="1"/>
          </p:cNvSpPr>
          <p:nvPr>
            <p:ph idx="1"/>
          </p:nvPr>
        </p:nvSpPr>
        <p:spPr/>
        <p:txBody>
          <a:bodyPr/>
          <a:lstStyle/>
          <a:p>
            <a:r>
              <a:rPr lang="en-US" dirty="0"/>
              <a:t>The analysis uses the </a:t>
            </a:r>
            <a:r>
              <a:rPr lang="en-US" b="1" dirty="0"/>
              <a:t>Doubly Robust estimator</a:t>
            </a:r>
            <a:r>
              <a:rPr lang="en-US" dirty="0"/>
              <a:t> implemented in the</a:t>
            </a:r>
            <a:br>
              <a:rPr lang="en-US" dirty="0"/>
            </a:br>
            <a:r>
              <a:rPr lang="en-US" dirty="0"/>
              <a:t>did R package.</a:t>
            </a:r>
          </a:p>
          <a:p>
            <a:r>
              <a:rPr lang="en-US" dirty="0"/>
              <a:t>Combines </a:t>
            </a:r>
            <a:r>
              <a:rPr lang="en-US" b="1" dirty="0"/>
              <a:t>outcome regression and propensity score weighting</a:t>
            </a:r>
            <a:r>
              <a:rPr lang="en-US" dirty="0"/>
              <a:t>.</a:t>
            </a:r>
          </a:p>
          <a:p>
            <a:r>
              <a:rPr lang="en-US" dirty="0"/>
              <a:t>Provides consistent estimates if </a:t>
            </a:r>
            <a:r>
              <a:rPr lang="en-US" b="1" dirty="0"/>
              <a:t>either</a:t>
            </a:r>
            <a:r>
              <a:rPr lang="en-US" dirty="0"/>
              <a:t> the outcome model </a:t>
            </a:r>
            <a:r>
              <a:rPr lang="en-US" b="1" dirty="0"/>
              <a:t>or</a:t>
            </a:r>
            <a:r>
              <a:rPr lang="en-US" dirty="0"/>
              <a:t> the propensity score model is correctly specified.</a:t>
            </a:r>
          </a:p>
          <a:p>
            <a:r>
              <a:rPr lang="en-US" dirty="0"/>
              <a:t>Improves robustness to </a:t>
            </a:r>
            <a:r>
              <a:rPr lang="en-US" b="1" dirty="0"/>
              <a:t>model misspecification</a:t>
            </a:r>
            <a:r>
              <a:rPr lang="en-US" dirty="0"/>
              <a:t>.</a:t>
            </a:r>
          </a:p>
          <a:p>
            <a:r>
              <a:rPr lang="en-US" dirty="0"/>
              <a:t>Recommended approach for </a:t>
            </a:r>
            <a:r>
              <a:rPr lang="en-US" b="1" dirty="0"/>
              <a:t>policy evaluations with staggered treatment timing</a:t>
            </a:r>
            <a:r>
              <a:rPr lang="en-US" dirty="0"/>
              <a:t>.</a:t>
            </a:r>
          </a:p>
          <a:p>
            <a:endParaRPr lang="en-US" dirty="0"/>
          </a:p>
        </p:txBody>
      </p:sp>
      <p:sp>
        <p:nvSpPr>
          <p:cNvPr id="4" name="Date Placeholder 3">
            <a:extLst>
              <a:ext uri="{FF2B5EF4-FFF2-40B4-BE49-F238E27FC236}">
                <a16:creationId xmlns:a16="http://schemas.microsoft.com/office/drawing/2014/main" id="{BB866119-74C3-0D35-DFE1-64A4175F0DDE}"/>
              </a:ext>
            </a:extLst>
          </p:cNvPr>
          <p:cNvSpPr>
            <a:spLocks noGrp="1"/>
          </p:cNvSpPr>
          <p:nvPr>
            <p:ph type="dt" sz="half" idx="10"/>
          </p:nvPr>
        </p:nvSpPr>
        <p:spPr/>
        <p:txBody>
          <a:bodyPr/>
          <a:lstStyle/>
          <a:p>
            <a:fld id="{95943724-B1DD-482A-99D3-F0B81FE25C13}" type="datetime1">
              <a:rPr lang="en-GB" smtClean="0"/>
              <a:t>18/03/2026</a:t>
            </a:fld>
            <a:endParaRPr lang="en-GB"/>
          </a:p>
        </p:txBody>
      </p:sp>
      <p:sp>
        <p:nvSpPr>
          <p:cNvPr id="5" name="Footer Placeholder 4">
            <a:extLst>
              <a:ext uri="{FF2B5EF4-FFF2-40B4-BE49-F238E27FC236}">
                <a16:creationId xmlns:a16="http://schemas.microsoft.com/office/drawing/2014/main" id="{FAAECBAA-4C6E-659F-9402-E1D45E8A7B19}"/>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59A0D0A1-8CF8-050E-6299-7EE2EB06058C}"/>
              </a:ext>
            </a:extLst>
          </p:cNvPr>
          <p:cNvSpPr>
            <a:spLocks noGrp="1"/>
          </p:cNvSpPr>
          <p:nvPr>
            <p:ph type="sldNum" sz="quarter" idx="12"/>
          </p:nvPr>
        </p:nvSpPr>
        <p:spPr/>
        <p:txBody>
          <a:bodyPr/>
          <a:lstStyle/>
          <a:p>
            <a:fld id="{CBA53E11-492D-48B3-9F9B-09541CA2A39A}" type="slidenum">
              <a:rPr lang="en-GB" smtClean="0"/>
              <a:t>16</a:t>
            </a:fld>
            <a:endParaRPr lang="en-GB"/>
          </a:p>
        </p:txBody>
      </p:sp>
      <p:sp>
        <p:nvSpPr>
          <p:cNvPr id="7" name="Subtitle 6">
            <a:extLst>
              <a:ext uri="{FF2B5EF4-FFF2-40B4-BE49-F238E27FC236}">
                <a16:creationId xmlns:a16="http://schemas.microsoft.com/office/drawing/2014/main" id="{1FC2B22F-45AB-2862-8771-6F7176D22E5B}"/>
              </a:ext>
            </a:extLst>
          </p:cNvPr>
          <p:cNvSpPr>
            <a:spLocks noGrp="1"/>
          </p:cNvSpPr>
          <p:nvPr>
            <p:ph type="subTitle" idx="13"/>
          </p:nvPr>
        </p:nvSpPr>
        <p:spPr/>
        <p:txBody>
          <a:bodyPr/>
          <a:lstStyle/>
          <a:p>
            <a:endParaRPr lang="en-US"/>
          </a:p>
        </p:txBody>
      </p:sp>
    </p:spTree>
    <p:extLst>
      <p:ext uri="{BB962C8B-B14F-4D97-AF65-F5344CB8AC3E}">
        <p14:creationId xmlns:p14="http://schemas.microsoft.com/office/powerpoint/2010/main" val="1112919661"/>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B1382-D342-3040-B80D-B9DC56D7A626}"/>
              </a:ext>
            </a:extLst>
          </p:cNvPr>
          <p:cNvSpPr>
            <a:spLocks noGrp="1"/>
          </p:cNvSpPr>
          <p:nvPr>
            <p:ph type="title"/>
          </p:nvPr>
        </p:nvSpPr>
        <p:spPr/>
        <p:txBody>
          <a:bodyPr/>
          <a:lstStyle/>
          <a:p>
            <a:r>
              <a:rPr lang="en-US" b="1" dirty="0"/>
              <a:t>Econometric Models</a:t>
            </a:r>
            <a:br>
              <a:rPr lang="en-US" b="1" dirty="0"/>
            </a:br>
            <a:endParaRPr lang="en-US" dirty="0"/>
          </a:p>
        </p:txBody>
      </p:sp>
      <p:sp>
        <p:nvSpPr>
          <p:cNvPr id="3" name="Content Placeholder 2">
            <a:extLst>
              <a:ext uri="{FF2B5EF4-FFF2-40B4-BE49-F238E27FC236}">
                <a16:creationId xmlns:a16="http://schemas.microsoft.com/office/drawing/2014/main" id="{995C7B33-5421-76F6-968B-4908C5AE0179}"/>
              </a:ext>
            </a:extLst>
          </p:cNvPr>
          <p:cNvSpPr>
            <a:spLocks noGrp="1"/>
          </p:cNvSpPr>
          <p:nvPr>
            <p:ph idx="1"/>
          </p:nvPr>
        </p:nvSpPr>
        <p:spPr/>
        <p:txBody>
          <a:bodyPr/>
          <a:lstStyle/>
          <a:p>
            <a:r>
              <a:rPr lang="en-US" dirty="0"/>
              <a:t>Estimate treatment effects using a </a:t>
            </a:r>
            <a:r>
              <a:rPr lang="en-US" b="1" dirty="0"/>
              <a:t>doubly robust staggered Difference-in-Differences estimator</a:t>
            </a:r>
            <a:r>
              <a:rPr lang="en-US" dirty="0"/>
              <a:t>.</a:t>
            </a:r>
          </a:p>
          <a:p>
            <a:r>
              <a:rPr lang="en-US" dirty="0"/>
              <a:t>Implemented via the </a:t>
            </a:r>
            <a:r>
              <a:rPr lang="en-US" b="1" dirty="0"/>
              <a:t>did R package</a:t>
            </a:r>
            <a:r>
              <a:rPr lang="en-US" dirty="0"/>
              <a:t>.</a:t>
            </a:r>
          </a:p>
          <a:p>
            <a:r>
              <a:rPr lang="en-US" dirty="0"/>
              <a:t>Model estimates </a:t>
            </a:r>
            <a:r>
              <a:rPr lang="en-US" b="1" dirty="0"/>
              <a:t>group–time average treatment effects (ATT)</a:t>
            </a:r>
            <a:r>
              <a:rPr lang="en-US" dirty="0"/>
              <a:t> for each treatment cohort.</a:t>
            </a:r>
          </a:p>
          <a:p>
            <a:r>
              <a:rPr lang="en-US" dirty="0"/>
              <a:t>Results reported for </a:t>
            </a:r>
            <a:r>
              <a:rPr lang="en-US" b="1" dirty="0"/>
              <a:t>overall injuries and mode-specific injury outcomes</a:t>
            </a:r>
            <a:r>
              <a:rPr lang="en-US" dirty="0"/>
              <a:t>.</a:t>
            </a:r>
          </a:p>
          <a:p>
            <a:endParaRPr lang="en-US" dirty="0"/>
          </a:p>
        </p:txBody>
      </p:sp>
      <p:sp>
        <p:nvSpPr>
          <p:cNvPr id="4" name="Date Placeholder 3">
            <a:extLst>
              <a:ext uri="{FF2B5EF4-FFF2-40B4-BE49-F238E27FC236}">
                <a16:creationId xmlns:a16="http://schemas.microsoft.com/office/drawing/2014/main" id="{1ACB80DD-D217-1F2B-4128-202DBADE1275}"/>
              </a:ext>
            </a:extLst>
          </p:cNvPr>
          <p:cNvSpPr>
            <a:spLocks noGrp="1"/>
          </p:cNvSpPr>
          <p:nvPr>
            <p:ph type="dt" sz="half" idx="10"/>
          </p:nvPr>
        </p:nvSpPr>
        <p:spPr/>
        <p:txBody>
          <a:bodyPr/>
          <a:lstStyle/>
          <a:p>
            <a:fld id="{95943724-B1DD-482A-99D3-F0B81FE25C13}" type="datetime1">
              <a:rPr lang="en-GB" smtClean="0"/>
              <a:t>18/03/2026</a:t>
            </a:fld>
            <a:endParaRPr lang="en-GB"/>
          </a:p>
        </p:txBody>
      </p:sp>
      <p:sp>
        <p:nvSpPr>
          <p:cNvPr id="5" name="Footer Placeholder 4">
            <a:extLst>
              <a:ext uri="{FF2B5EF4-FFF2-40B4-BE49-F238E27FC236}">
                <a16:creationId xmlns:a16="http://schemas.microsoft.com/office/drawing/2014/main" id="{6F79422F-A0D2-2EA2-0F1A-77504B4F795B}"/>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26B762DE-D913-BE49-F813-4D4273081A6E}"/>
              </a:ext>
            </a:extLst>
          </p:cNvPr>
          <p:cNvSpPr>
            <a:spLocks noGrp="1"/>
          </p:cNvSpPr>
          <p:nvPr>
            <p:ph type="sldNum" sz="quarter" idx="12"/>
          </p:nvPr>
        </p:nvSpPr>
        <p:spPr/>
        <p:txBody>
          <a:bodyPr/>
          <a:lstStyle/>
          <a:p>
            <a:fld id="{CBA53E11-492D-48B3-9F9B-09541CA2A39A}" type="slidenum">
              <a:rPr lang="en-GB" smtClean="0"/>
              <a:t>17</a:t>
            </a:fld>
            <a:endParaRPr lang="en-GB"/>
          </a:p>
        </p:txBody>
      </p:sp>
      <p:sp>
        <p:nvSpPr>
          <p:cNvPr id="7" name="Subtitle 6">
            <a:extLst>
              <a:ext uri="{FF2B5EF4-FFF2-40B4-BE49-F238E27FC236}">
                <a16:creationId xmlns:a16="http://schemas.microsoft.com/office/drawing/2014/main" id="{51491BB9-34B5-FEF7-3049-3EDEB1C305FB}"/>
              </a:ext>
            </a:extLst>
          </p:cNvPr>
          <p:cNvSpPr>
            <a:spLocks noGrp="1"/>
          </p:cNvSpPr>
          <p:nvPr>
            <p:ph type="subTitle" idx="13"/>
          </p:nvPr>
        </p:nvSpPr>
        <p:spPr/>
        <p:txBody>
          <a:bodyPr/>
          <a:lstStyle/>
          <a:p>
            <a:endParaRPr lang="en-US"/>
          </a:p>
        </p:txBody>
      </p:sp>
    </p:spTree>
    <p:extLst>
      <p:ext uri="{BB962C8B-B14F-4D97-AF65-F5344CB8AC3E}">
        <p14:creationId xmlns:p14="http://schemas.microsoft.com/office/powerpoint/2010/main" val="203065379"/>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22D78-351E-3EFF-F70E-60FC1C4CB6F8}"/>
              </a:ext>
            </a:extLst>
          </p:cNvPr>
          <p:cNvSpPr>
            <a:spLocks noGrp="1"/>
          </p:cNvSpPr>
          <p:nvPr>
            <p:ph type="title"/>
          </p:nvPr>
        </p:nvSpPr>
        <p:spPr/>
        <p:txBody>
          <a:bodyPr/>
          <a:lstStyle/>
          <a:p>
            <a:r>
              <a:rPr lang="en-GB" dirty="0"/>
              <a:t>Causal pipeline </a:t>
            </a:r>
            <a:endParaRPr lang="en-US" dirty="0"/>
          </a:p>
        </p:txBody>
      </p:sp>
      <p:sp>
        <p:nvSpPr>
          <p:cNvPr id="3" name="Content Placeholder 2">
            <a:extLst>
              <a:ext uri="{FF2B5EF4-FFF2-40B4-BE49-F238E27FC236}">
                <a16:creationId xmlns:a16="http://schemas.microsoft.com/office/drawing/2014/main" id="{59B66A83-EADD-6930-D94E-082E4368BD55}"/>
              </a:ext>
            </a:extLst>
          </p:cNvPr>
          <p:cNvSpPr>
            <a:spLocks noGrp="1"/>
          </p:cNvSpPr>
          <p:nvPr>
            <p:ph idx="1"/>
          </p:nvPr>
        </p:nvSpPr>
        <p:spPr>
          <a:xfrm>
            <a:off x="325800" y="620197"/>
            <a:ext cx="4599883" cy="5640904"/>
          </a:xfrm>
        </p:spPr>
        <p:txBody>
          <a:bodyPr/>
          <a:lstStyle/>
          <a:p>
            <a:r>
              <a:rPr lang="en-US" sz="1800" dirty="0"/>
              <a:t>Linked road-level injury data (road × quarter)</a:t>
            </a:r>
          </a:p>
          <a:p>
            <a:r>
              <a:rPr lang="en-US" sz="1800" dirty="0"/>
              <a:t>                 ↓</a:t>
            </a:r>
          </a:p>
          <a:p>
            <a:r>
              <a:rPr lang="en-US" sz="1800" dirty="0"/>
              <a:t>  OA covariates + pre-treatment RTI trends</a:t>
            </a:r>
          </a:p>
          <a:p>
            <a:r>
              <a:rPr lang="en-US" sz="1800" dirty="0"/>
              <a:t>  (Census, network characteristics, KSI/Slight</a:t>
            </a:r>
          </a:p>
          <a:p>
            <a:r>
              <a:rPr lang="en-US" sz="1800" dirty="0"/>
              <a:t>   trends × casualty mode, seasonality)</a:t>
            </a:r>
          </a:p>
          <a:p>
            <a:r>
              <a:rPr lang="en-US" sz="1800" dirty="0"/>
              <a:t>                 ↓</a:t>
            </a:r>
          </a:p>
          <a:p>
            <a:r>
              <a:rPr lang="en-US" sz="1800" dirty="0"/>
              <a:t>  Pre-matching exclusions</a:t>
            </a:r>
          </a:p>
          <a:p>
            <a:r>
              <a:rPr lang="en-US" sz="1800" dirty="0"/>
              <a:t>  (LADs &lt;100,000 population and 500m buffer)</a:t>
            </a:r>
          </a:p>
          <a:p>
            <a:r>
              <a:rPr lang="en-US" sz="1800" dirty="0"/>
              <a:t>                 ↓</a:t>
            </a:r>
          </a:p>
          <a:p>
            <a:r>
              <a:rPr lang="en-US" sz="1800" dirty="0"/>
              <a:t>  </a:t>
            </a:r>
            <a:r>
              <a:rPr lang="en-US" sz="1800" dirty="0" err="1"/>
              <a:t>Mahalanobis</a:t>
            </a:r>
            <a:r>
              <a:rPr lang="en-US" sz="1800" dirty="0"/>
              <a:t> distance matching with caliper</a:t>
            </a:r>
          </a:p>
          <a:p>
            <a:r>
              <a:rPr lang="en-US" sz="1800" dirty="0"/>
              <a:t>  (cohort-stratified, 1:4, 0.25 SD caliper,</a:t>
            </a:r>
          </a:p>
          <a:p>
            <a:r>
              <a:rPr lang="en-US" sz="1800" dirty="0"/>
              <a:t>   exact match on country)</a:t>
            </a:r>
          </a:p>
          <a:p>
            <a:r>
              <a:rPr lang="en-US" sz="1800" dirty="0"/>
              <a:t>                 ↓</a:t>
            </a:r>
          </a:p>
          <a:p>
            <a:r>
              <a:rPr lang="en-US" sz="1800" dirty="0"/>
              <a:t>  Balance diagnostics ← DECISION POINT</a:t>
            </a:r>
          </a:p>
          <a:p>
            <a:r>
              <a:rPr lang="en-US" sz="1800" dirty="0"/>
              <a:t>  (SMD &lt; 0.1, </a:t>
            </a:r>
            <a:r>
              <a:rPr lang="en-US" sz="1800" dirty="0" err="1"/>
              <a:t>love.plot</a:t>
            </a:r>
            <a:r>
              <a:rPr lang="en-US" sz="1800" dirty="0"/>
              <a:t>, pre-trend overlay)</a:t>
            </a:r>
          </a:p>
          <a:p>
            <a:r>
              <a:rPr lang="en-US" sz="1800" dirty="0"/>
              <a:t>                 ↓</a:t>
            </a:r>
          </a:p>
          <a:p>
            <a:r>
              <a:rPr lang="en-US" sz="1800" dirty="0"/>
              <a:t>  </a:t>
            </a:r>
          </a:p>
        </p:txBody>
      </p:sp>
      <p:sp>
        <p:nvSpPr>
          <p:cNvPr id="4" name="Date Placeholder 3">
            <a:extLst>
              <a:ext uri="{FF2B5EF4-FFF2-40B4-BE49-F238E27FC236}">
                <a16:creationId xmlns:a16="http://schemas.microsoft.com/office/drawing/2014/main" id="{CF032F48-111C-442C-B6FA-0870838932FE}"/>
              </a:ext>
            </a:extLst>
          </p:cNvPr>
          <p:cNvSpPr>
            <a:spLocks noGrp="1"/>
          </p:cNvSpPr>
          <p:nvPr>
            <p:ph type="dt" sz="half" idx="10"/>
          </p:nvPr>
        </p:nvSpPr>
        <p:spPr/>
        <p:txBody>
          <a:bodyPr/>
          <a:lstStyle/>
          <a:p>
            <a:fld id="{95943724-B1DD-482A-99D3-F0B81FE25C13}" type="datetime1">
              <a:rPr lang="en-GB" smtClean="0"/>
              <a:t>18/03/2026</a:t>
            </a:fld>
            <a:endParaRPr lang="en-GB"/>
          </a:p>
        </p:txBody>
      </p:sp>
      <p:sp>
        <p:nvSpPr>
          <p:cNvPr id="5" name="Footer Placeholder 4">
            <a:extLst>
              <a:ext uri="{FF2B5EF4-FFF2-40B4-BE49-F238E27FC236}">
                <a16:creationId xmlns:a16="http://schemas.microsoft.com/office/drawing/2014/main" id="{4541E907-142B-4A97-1A76-CE4C8D840CB3}"/>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562C2499-E534-B915-B399-CC95C403FDC5}"/>
              </a:ext>
            </a:extLst>
          </p:cNvPr>
          <p:cNvSpPr>
            <a:spLocks noGrp="1"/>
          </p:cNvSpPr>
          <p:nvPr>
            <p:ph type="sldNum" sz="quarter" idx="12"/>
          </p:nvPr>
        </p:nvSpPr>
        <p:spPr/>
        <p:txBody>
          <a:bodyPr/>
          <a:lstStyle/>
          <a:p>
            <a:fld id="{CBA53E11-492D-48B3-9F9B-09541CA2A39A}" type="slidenum">
              <a:rPr lang="en-GB" smtClean="0"/>
              <a:t>18</a:t>
            </a:fld>
            <a:endParaRPr lang="en-GB"/>
          </a:p>
        </p:txBody>
      </p:sp>
      <p:sp>
        <p:nvSpPr>
          <p:cNvPr id="7" name="Subtitle 6">
            <a:extLst>
              <a:ext uri="{FF2B5EF4-FFF2-40B4-BE49-F238E27FC236}">
                <a16:creationId xmlns:a16="http://schemas.microsoft.com/office/drawing/2014/main" id="{64E06258-4FFE-8CE5-783D-49919253CA90}"/>
              </a:ext>
            </a:extLst>
          </p:cNvPr>
          <p:cNvSpPr>
            <a:spLocks noGrp="1"/>
          </p:cNvSpPr>
          <p:nvPr>
            <p:ph type="subTitle" idx="13"/>
          </p:nvPr>
        </p:nvSpPr>
        <p:spPr/>
        <p:txBody>
          <a:bodyPr/>
          <a:lstStyle/>
          <a:p>
            <a:endParaRPr lang="en-US"/>
          </a:p>
        </p:txBody>
      </p:sp>
      <p:sp>
        <p:nvSpPr>
          <p:cNvPr id="9" name="TextBox 8">
            <a:extLst>
              <a:ext uri="{FF2B5EF4-FFF2-40B4-BE49-F238E27FC236}">
                <a16:creationId xmlns:a16="http://schemas.microsoft.com/office/drawing/2014/main" id="{C7CB8C67-8B38-88B2-C94D-0833E09368DE}"/>
              </a:ext>
            </a:extLst>
          </p:cNvPr>
          <p:cNvSpPr txBox="1"/>
          <p:nvPr/>
        </p:nvSpPr>
        <p:spPr>
          <a:xfrm>
            <a:off x="6316692" y="1359959"/>
            <a:ext cx="6094562" cy="3416320"/>
          </a:xfrm>
          <a:prstGeom prst="rect">
            <a:avLst/>
          </a:prstGeom>
          <a:noFill/>
        </p:spPr>
        <p:txBody>
          <a:bodyPr wrap="square">
            <a:spAutoFit/>
          </a:bodyPr>
          <a:lstStyle/>
          <a:p>
            <a:r>
              <a:rPr lang="en-US" dirty="0"/>
              <a:t>	 ↓</a:t>
            </a:r>
          </a:p>
          <a:p>
            <a:r>
              <a:rPr lang="en-US" sz="1800" dirty="0"/>
              <a:t>Restricted donor pool</a:t>
            </a:r>
          </a:p>
          <a:p>
            <a:r>
              <a:rPr lang="en-US" sz="1800" dirty="0"/>
              <a:t>  (road links in matched control OAs only)</a:t>
            </a:r>
          </a:p>
          <a:p>
            <a:r>
              <a:rPr lang="en-US" sz="1800" dirty="0"/>
              <a:t>                 ↓</a:t>
            </a:r>
          </a:p>
          <a:p>
            <a:r>
              <a:rPr lang="en-US" sz="1800" dirty="0"/>
              <a:t>  Callaway &amp; Sant'Anna staggered </a:t>
            </a:r>
            <a:r>
              <a:rPr lang="en-US" sz="1800" dirty="0" err="1"/>
              <a:t>DiD</a:t>
            </a:r>
            <a:endParaRPr lang="en-US" sz="1800" dirty="0"/>
          </a:p>
          <a:p>
            <a:r>
              <a:rPr lang="en-US" sz="1800" dirty="0"/>
              <a:t>  (doubly robust, clustered at OA level,</a:t>
            </a:r>
          </a:p>
          <a:p>
            <a:r>
              <a:rPr lang="en-US" sz="1800" dirty="0"/>
              <a:t>   never-treated controls, 10 outcome models)</a:t>
            </a:r>
          </a:p>
          <a:p>
            <a:r>
              <a:rPr lang="en-US" sz="1800" dirty="0"/>
              <a:t>                 ↓</a:t>
            </a:r>
          </a:p>
          <a:p>
            <a:r>
              <a:rPr lang="en-US" sz="1800" dirty="0"/>
              <a:t>  ATT(</a:t>
            </a:r>
            <a:r>
              <a:rPr lang="en-US" sz="1800" dirty="0" err="1"/>
              <a:t>g,t</a:t>
            </a:r>
            <a:r>
              <a:rPr lang="en-US" sz="1800" dirty="0"/>
              <a:t>) — cohort × time estimates</a:t>
            </a:r>
          </a:p>
          <a:p>
            <a:r>
              <a:rPr lang="en-US" sz="1800" dirty="0"/>
              <a:t>                 ↓</a:t>
            </a:r>
          </a:p>
          <a:p>
            <a:r>
              <a:rPr lang="en-US" sz="1800" dirty="0"/>
              <a:t>  Aggregation</a:t>
            </a:r>
          </a:p>
          <a:p>
            <a:r>
              <a:rPr lang="en-US" sz="1800" dirty="0"/>
              <a:t>  (overall ATT | event-study | by-cohort)</a:t>
            </a:r>
            <a:endParaRPr lang="en-US" dirty="0"/>
          </a:p>
        </p:txBody>
      </p:sp>
    </p:spTree>
    <p:extLst>
      <p:ext uri="{BB962C8B-B14F-4D97-AF65-F5344CB8AC3E}">
        <p14:creationId xmlns:p14="http://schemas.microsoft.com/office/powerpoint/2010/main" val="4058576063"/>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4FBCA-4D7D-F121-1540-F4D96744B4F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73CAB9C-F161-A8DA-70F9-625A3F5B177C}"/>
              </a:ext>
            </a:extLst>
          </p:cNvPr>
          <p:cNvSpPr>
            <a:spLocks noGrp="1"/>
          </p:cNvSpPr>
          <p:nvPr>
            <p:ph type="title"/>
          </p:nvPr>
        </p:nvSpPr>
        <p:spPr>
          <a:xfrm>
            <a:off x="318494" y="327819"/>
            <a:ext cx="5163243" cy="3101181"/>
          </a:xfrm>
        </p:spPr>
        <p:txBody>
          <a:bodyPr anchor="t">
            <a:normAutofit fontScale="90000"/>
          </a:bodyPr>
          <a:lstStyle/>
          <a:p>
            <a:r>
              <a:rPr lang="en-GB" sz="5400" dirty="0"/>
              <a:t>A</a:t>
            </a:r>
            <a:r>
              <a:rPr lang="en-US" sz="5400" dirty="0" err="1"/>
              <a:t>ll</a:t>
            </a:r>
            <a:r>
              <a:rPr lang="en-US" sz="5400" dirty="0"/>
              <a:t> data and code are available open access on GitHub</a:t>
            </a:r>
          </a:p>
          <a:p>
            <a:endParaRPr lang="en-US" sz="5400" dirty="0"/>
          </a:p>
        </p:txBody>
      </p:sp>
      <p:sp>
        <p:nvSpPr>
          <p:cNvPr id="4" name="Date Placeholder 3">
            <a:extLst>
              <a:ext uri="{FF2B5EF4-FFF2-40B4-BE49-F238E27FC236}">
                <a16:creationId xmlns:a16="http://schemas.microsoft.com/office/drawing/2014/main" id="{5D72CF4E-E4FB-8FCC-A899-FF33864F423A}"/>
              </a:ext>
            </a:extLst>
          </p:cNvPr>
          <p:cNvSpPr>
            <a:spLocks noGrp="1"/>
          </p:cNvSpPr>
          <p:nvPr>
            <p:ph type="dt" sz="half" idx="10"/>
          </p:nvPr>
        </p:nvSpPr>
        <p:spPr>
          <a:xfrm>
            <a:off x="10641349" y="6393702"/>
            <a:ext cx="1233647" cy="137270"/>
          </a:xfrm>
        </p:spPr>
        <p:txBody>
          <a:bodyPr anchor="b">
            <a:normAutofit/>
          </a:bodyPr>
          <a:lstStyle/>
          <a:p>
            <a:pPr>
              <a:spcAft>
                <a:spcPts val="600"/>
              </a:spcAft>
            </a:pPr>
            <a:fld id="{D6694758-F2C3-4029-8271-39F1DDFDCB40}" type="datetime1">
              <a:rPr lang="en-GB" smtClean="0"/>
              <a:pPr>
                <a:spcAft>
                  <a:spcPts val="600"/>
                </a:spcAft>
              </a:pPr>
              <a:t>18/03/2026</a:t>
            </a:fld>
            <a:endParaRPr lang="en-GB"/>
          </a:p>
        </p:txBody>
      </p:sp>
      <p:sp>
        <p:nvSpPr>
          <p:cNvPr id="17" name="Footer Placeholder 3">
            <a:extLst>
              <a:ext uri="{FF2B5EF4-FFF2-40B4-BE49-F238E27FC236}">
                <a16:creationId xmlns:a16="http://schemas.microsoft.com/office/drawing/2014/main" id="{D9A588F7-9223-3358-78E3-8AAE5BB4F996}"/>
              </a:ext>
            </a:extLst>
          </p:cNvPr>
          <p:cNvSpPr>
            <a:spLocks noGrp="1"/>
          </p:cNvSpPr>
          <p:nvPr>
            <p:ph type="ftr" sz="quarter" idx="11"/>
          </p:nvPr>
        </p:nvSpPr>
        <p:spPr>
          <a:xfrm>
            <a:off x="1965261" y="6393702"/>
            <a:ext cx="3423452" cy="137272"/>
          </a:xfrm>
        </p:spPr>
        <p:txBody>
          <a:bodyPr/>
          <a:lstStyle/>
          <a:p>
            <a:endParaRPr lang="en-GB"/>
          </a:p>
        </p:txBody>
      </p:sp>
      <p:sp>
        <p:nvSpPr>
          <p:cNvPr id="6" name="Slide Number Placeholder 5">
            <a:extLst>
              <a:ext uri="{FF2B5EF4-FFF2-40B4-BE49-F238E27FC236}">
                <a16:creationId xmlns:a16="http://schemas.microsoft.com/office/drawing/2014/main" id="{F99E7FA3-B38D-947F-4794-49C2C5C93420}"/>
              </a:ext>
            </a:extLst>
          </p:cNvPr>
          <p:cNvSpPr>
            <a:spLocks noGrp="1"/>
          </p:cNvSpPr>
          <p:nvPr>
            <p:ph type="sldNum" sz="quarter" idx="12"/>
          </p:nvPr>
        </p:nvSpPr>
        <p:spPr>
          <a:xfrm>
            <a:off x="5936755" y="6393702"/>
            <a:ext cx="318491" cy="137272"/>
          </a:xfrm>
        </p:spPr>
        <p:txBody>
          <a:bodyPr anchor="b">
            <a:normAutofit/>
          </a:bodyPr>
          <a:lstStyle/>
          <a:p>
            <a:pPr>
              <a:spcAft>
                <a:spcPts val="600"/>
              </a:spcAft>
            </a:pPr>
            <a:fld id="{CBA53E11-492D-48B3-9F9B-09541CA2A39A}" type="slidenum">
              <a:rPr lang="en-GB" smtClean="0"/>
              <a:pPr>
                <a:spcAft>
                  <a:spcPts val="600"/>
                </a:spcAft>
              </a:pPr>
              <a:t>19</a:t>
            </a:fld>
            <a:endParaRPr lang="en-GB"/>
          </a:p>
        </p:txBody>
      </p:sp>
      <p:pic>
        <p:nvPicPr>
          <p:cNvPr id="10" name="Picture 9">
            <a:extLst>
              <a:ext uri="{FF2B5EF4-FFF2-40B4-BE49-F238E27FC236}">
                <a16:creationId xmlns:a16="http://schemas.microsoft.com/office/drawing/2014/main" id="{CD6B4082-3A0E-9C6B-FB2E-B58597133F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4769" y="327025"/>
            <a:ext cx="5159375" cy="5159375"/>
          </a:xfrm>
          <a:prstGeom prst="rect">
            <a:avLst/>
          </a:prstGeom>
          <a:noFill/>
        </p:spPr>
      </p:pic>
      <p:sp>
        <p:nvSpPr>
          <p:cNvPr id="8" name="TextBox 7">
            <a:extLst>
              <a:ext uri="{FF2B5EF4-FFF2-40B4-BE49-F238E27FC236}">
                <a16:creationId xmlns:a16="http://schemas.microsoft.com/office/drawing/2014/main" id="{FE4685E9-0B8D-9C86-9377-B61152ABEF63}"/>
              </a:ext>
            </a:extLst>
          </p:cNvPr>
          <p:cNvSpPr txBox="1"/>
          <p:nvPr/>
        </p:nvSpPr>
        <p:spPr>
          <a:xfrm>
            <a:off x="552091" y="4037162"/>
            <a:ext cx="6461184" cy="646331"/>
          </a:xfrm>
          <a:prstGeom prst="rect">
            <a:avLst/>
          </a:prstGeom>
          <a:noFill/>
        </p:spPr>
        <p:txBody>
          <a:bodyPr wrap="square">
            <a:spAutoFit/>
          </a:bodyPr>
          <a:lstStyle/>
          <a:p>
            <a:r>
              <a:rPr lang="en-US" sz="3600" b="1" i="1" dirty="0">
                <a:solidFill>
                  <a:schemeClr val="accent1"/>
                </a:solidFill>
              </a:rPr>
              <a:t>Thank you</a:t>
            </a:r>
          </a:p>
        </p:txBody>
      </p:sp>
    </p:spTree>
    <p:extLst>
      <p:ext uri="{BB962C8B-B14F-4D97-AF65-F5344CB8AC3E}">
        <p14:creationId xmlns:p14="http://schemas.microsoft.com/office/powerpoint/2010/main" val="3744754738"/>
      </p:ext>
    </p:extLst>
  </p:cSld>
  <p:clrMapOvr>
    <a:masterClrMapping/>
  </p:clrMapOvr>
  <p:transition>
    <p:fade/>
  </p:transition>
</p:sld>
</file>

<file path=ppt/theme/theme1.xml><?xml version="1.0" encoding="utf-8"?>
<a:theme xmlns:a="http://schemas.openxmlformats.org/drawingml/2006/main" name="ICL PPT Theme">
  <a:themeElements>
    <a:clrScheme name="Imperial colour theme">
      <a:dk1>
        <a:sysClr val="windowText" lastClr="000000"/>
      </a:dk1>
      <a:lt1>
        <a:sysClr val="window" lastClr="FFFFFF"/>
      </a:lt1>
      <a:dk2>
        <a:srgbClr val="000080"/>
      </a:dk2>
      <a:lt2>
        <a:srgbClr val="F5F5F5"/>
      </a:lt2>
      <a:accent1>
        <a:srgbClr val="0000CD"/>
      </a:accent1>
      <a:accent2>
        <a:srgbClr val="C71585"/>
      </a:accent2>
      <a:accent3>
        <a:srgbClr val="7B68EE"/>
      </a:accent3>
      <a:accent4>
        <a:srgbClr val="FF0000"/>
      </a:accent4>
      <a:accent5>
        <a:srgbClr val="FF4500"/>
      </a:accent5>
      <a:accent6>
        <a:srgbClr val="006400"/>
      </a:accent6>
      <a:hlink>
        <a:srgbClr val="000080"/>
      </a:hlink>
      <a:folHlink>
        <a:srgbClr val="C71585"/>
      </a:folHlink>
    </a:clrScheme>
    <a:fontScheme name="Imperial Sans font theme">
      <a:majorFont>
        <a:latin typeface="Imperial Sans Text Semibold"/>
        <a:ea typeface=""/>
        <a:cs typeface=""/>
      </a:majorFont>
      <a:minorFont>
        <a:latin typeface="Imperial Sans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lnSpc>
            <a:spcPct val="105000"/>
          </a:lnSpc>
          <a:defRPr sz="1600" dirty="0">
            <a:solidFill>
              <a:schemeClr val="tx1"/>
            </a:solidFill>
          </a:defRPr>
        </a:defPPr>
      </a:lstStyle>
    </a:txDef>
  </a:objectDefaults>
  <a:extraClrSchemeLst/>
  <a:custClrLst>
    <a:custClr name="Dark">
      <a:srgbClr val="232333"/>
    </a:custClr>
    <a:custClr name="Navy">
      <a:srgbClr val="000080"/>
    </a:custClr>
    <a:custClr name="Saddle Brown">
      <a:srgbClr val="8B4513"/>
    </a:custClr>
    <a:custClr name="Teal">
      <a:srgbClr val="008080"/>
    </a:custClr>
    <a:custClr name="Medium Violet Red">
      <a:srgbClr val="C71585"/>
    </a:custClr>
    <a:custClr name="Indigo">
      <a:srgbClr val="4B0082"/>
    </a:custClr>
    <a:custClr name="Crimson">
      <a:srgbClr val="DC143C"/>
    </a:custClr>
    <a:custClr name="Orange Red">
      <a:srgbClr val="FF4500"/>
    </a:custClr>
    <a:custClr name="Dark Green">
      <a:srgbClr val="006400"/>
    </a:custClr>
    <a:custClr>
      <a:srgbClr val="FFFFFF"/>
    </a:custClr>
    <a:custClr name="Slate Grey">
      <a:srgbClr val="708090"/>
    </a:custClr>
    <a:custClr name="Imperial Blue">
      <a:srgbClr val="0000CD"/>
    </a:custClr>
    <a:custClr name="Yellow">
      <a:srgbClr val="FFFF00"/>
    </a:custClr>
    <a:custClr name="Turquoise">
      <a:srgbClr val="40E0D0"/>
    </a:custClr>
    <a:custClr name="Violet">
      <a:srgbClr val="EE82EE"/>
    </a:custClr>
    <a:custClr name="Medium Blue Slate">
      <a:srgbClr val="7B68EE"/>
    </a:custClr>
    <a:custClr name="Red">
      <a:srgbClr val="FF0000"/>
    </a:custClr>
    <a:custClr name="Dark Orange">
      <a:srgbClr val="FF8C00"/>
    </a:custClr>
    <a:custClr name="Spring Green">
      <a:srgbClr val="00FF7F"/>
    </a:custClr>
    <a:custClr>
      <a:srgbClr val="FFFFFF"/>
    </a:custClr>
    <a:custClr name="White Smoke">
      <a:srgbClr val="F5F5F5"/>
    </a:custClr>
    <a:custClr name="Deep Sky Blue">
      <a:srgbClr val="00BFFF"/>
    </a:custClr>
    <a:custClr name="Khaki">
      <a:srgbClr val="F0E68C"/>
    </a:custClr>
    <a:custClr name="Pale Turquoise">
      <a:srgbClr val="AFEEEE"/>
    </a:custClr>
    <a:custClr name="Light Pink">
      <a:srgbClr val="FFB6C1"/>
    </a:custClr>
    <a:custClr name="Lavender">
      <a:srgbClr val="E6E6FA"/>
    </a:custClr>
    <a:custClr name="Salmon">
      <a:srgbClr val="FA8072"/>
    </a:custClr>
    <a:custClr name="Orange">
      <a:srgbClr val="FFA500"/>
    </a:custClr>
    <a:custClr name="Pale Green">
      <a:srgbClr val="98FB98"/>
    </a:custClr>
  </a:custClrLst>
  <a:extLst>
    <a:ext uri="{05A4C25C-085E-4340-85A3-A5531E510DB2}">
      <thm15:themeFamily xmlns:thm15="http://schemas.microsoft.com/office/thememl/2012/main" name="Imperial_PowerPoint_16_9_simplified template" id="{AC92FECB-A8A0-E646-A419-0F8545DB9962}" vid="{4B3D5CAF-CC99-E94B-B0A1-08E0379C17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a:srgbClr val="232333"/>
    </a:custClr>
    <a:custClr name="Navy">
      <a:srgbClr val="000080"/>
    </a:custClr>
    <a:custClr name="Saddle Brown">
      <a:srgbClr val="8B4513"/>
    </a:custClr>
    <a:custClr name="Teal">
      <a:srgbClr val="008080"/>
    </a:custClr>
    <a:custClr name="Medium Violet Red">
      <a:srgbClr val="C71585"/>
    </a:custClr>
    <a:custClr name="Indigo">
      <a:srgbClr val="4B0082"/>
    </a:custClr>
    <a:custClr name="Crimson">
      <a:srgbClr val="DC143C"/>
    </a:custClr>
    <a:custClr name="Orange Red">
      <a:srgbClr val="FF4500"/>
    </a:custClr>
    <a:custClr name="Dark Green">
      <a:srgbClr val="006400"/>
    </a:custClr>
    <a:custClr>
      <a:srgbClr val="FFFFFF"/>
    </a:custClr>
    <a:custClr name="Slate Grey">
      <a:srgbClr val="708090"/>
    </a:custClr>
    <a:custClr name="Imperial Blue">
      <a:srgbClr val="0000CD"/>
    </a:custClr>
    <a:custClr name="Yellow">
      <a:srgbClr val="FFFF00"/>
    </a:custClr>
    <a:custClr name="Turquoise">
      <a:srgbClr val="40E0D0"/>
    </a:custClr>
    <a:custClr name="Violet">
      <a:srgbClr val="EE82EE"/>
    </a:custClr>
    <a:custClr name="Medium Blue Slate">
      <a:srgbClr val="7B68EE"/>
    </a:custClr>
    <a:custClr name="Red">
      <a:srgbClr val="FF0000"/>
    </a:custClr>
    <a:custClr name="Dark Orange">
      <a:srgbClr val="FF8C00"/>
    </a:custClr>
    <a:custClr name="Spring Green">
      <a:srgbClr val="00FF7F"/>
    </a:custClr>
    <a:custClr>
      <a:srgbClr val="FFFFFF"/>
    </a:custClr>
    <a:custClr name="White Smoke">
      <a:srgbClr val="F5F5F5"/>
    </a:custClr>
    <a:custClr name="Deep Sky Blue">
      <a:srgbClr val="00BFFF"/>
    </a:custClr>
    <a:custClr name="Khaki">
      <a:srgbClr val="F0E68C"/>
    </a:custClr>
    <a:custClr name="Pale Turquoise">
      <a:srgbClr val="AFEEEE"/>
    </a:custClr>
    <a:custClr name="Light Pink">
      <a:srgbClr val="FFB6C1"/>
    </a:custClr>
    <a:custClr name="Lavender">
      <a:srgbClr val="E6E6FA"/>
    </a:custClr>
    <a:custClr name="Salmon">
      <a:srgbClr val="FA8072"/>
    </a:custClr>
    <a:custClr name="Orange">
      <a:srgbClr val="FFA500"/>
    </a:custClr>
    <a:custClr name="Pale Green">
      <a:srgbClr val="98FB98"/>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04BBFDCE9C65C45B257CD4C89E0CC4C" ma:contentTypeVersion="3" ma:contentTypeDescription="Create a new document." ma:contentTypeScope="" ma:versionID="024eea61a99e276f29bb4de829abc010">
  <xsd:schema xmlns:xsd="http://www.w3.org/2001/XMLSchema" xmlns:xs="http://www.w3.org/2001/XMLSchema" xmlns:p="http://schemas.microsoft.com/office/2006/metadata/properties" xmlns:ns2="58ccc919-a085-4c55-a8d0-fc57436857d8" targetNamespace="http://schemas.microsoft.com/office/2006/metadata/properties" ma:root="true" ma:fieldsID="6c52aa458bad14d68220b81cc9789cb2" ns2:_="">
    <xsd:import namespace="58ccc919-a085-4c55-a8d0-fc57436857d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8ccc919-a085-4c55-a8d0-fc57436857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B2545B1-F5A6-481C-9ECA-608EE6E0B992}">
  <ds:schemaRefs>
    <ds:schemaRef ds:uri="http://schemas.microsoft.com/sharepoint/v3/contenttype/forms"/>
  </ds:schemaRefs>
</ds:datastoreItem>
</file>

<file path=customXml/itemProps2.xml><?xml version="1.0" encoding="utf-8"?>
<ds:datastoreItem xmlns:ds="http://schemas.openxmlformats.org/officeDocument/2006/customXml" ds:itemID="{0DD65134-D972-43CF-B603-94E0F8ABB03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8ccc919-a085-4c55-a8d0-fc57436857d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2739277-F501-4DD3-AC3E-E62D288923D9}">
  <ds:schemaRefs>
    <ds:schemaRef ds:uri="http://schemas.microsoft.com/office/2006/metadata/properties"/>
    <ds:schemaRef ds:uri="http://purl.org/dc/dcmitype/"/>
    <ds:schemaRef ds:uri="http://schemas.openxmlformats.org/package/2006/metadata/core-properties"/>
    <ds:schemaRef ds:uri="http://purl.org/dc/elements/1.1/"/>
    <ds:schemaRef ds:uri="http://schemas.microsoft.com/office/2006/documentManagement/types"/>
    <ds:schemaRef ds:uri="http://purl.org/dc/terms/"/>
    <ds:schemaRef ds:uri="d0201ca7-26fa-426c-b12d-c4c6e5857dcc"/>
    <ds:schemaRef ds:uri="http://www.w3.org/XML/1998/namespace"/>
    <ds:schemaRef ds:uri="http://schemas.microsoft.com/office/infopath/2007/PartnerControls"/>
    <ds:schemaRef ds:uri="df1ede62-d5df-40e3-a8ec-fa53b1631612"/>
    <ds:schemaRef ds:uri="6d1e2927-7a8e-4755-b112-de5aaecc1c06"/>
  </ds:schemaRefs>
</ds:datastoreItem>
</file>

<file path=docProps/app.xml><?xml version="1.0" encoding="utf-8"?>
<Properties xmlns="http://schemas.openxmlformats.org/officeDocument/2006/extended-properties" xmlns:vt="http://schemas.openxmlformats.org/officeDocument/2006/docPropsVTypes">
  <Template>Imperial_Sans_PowerPoint_16_9_simplified template</Template>
  <TotalTime>393</TotalTime>
  <Words>1439</Words>
  <Application>Microsoft Office PowerPoint</Application>
  <PresentationFormat>Widescreen</PresentationFormat>
  <Paragraphs>188</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Imperial Sans Text</vt:lpstr>
      <vt:lpstr>Imperial Sans Text Medium</vt:lpstr>
      <vt:lpstr>Imperial Sans Text Semibold</vt:lpstr>
      <vt:lpstr>Inter Medium</vt:lpstr>
      <vt:lpstr>ICL PPT Theme</vt:lpstr>
      <vt:lpstr>Air pollution policies in England and Scotland and their impacts on road traffic injuries </vt:lpstr>
      <vt:lpstr>Overview</vt:lpstr>
      <vt:lpstr>Control group</vt:lpstr>
      <vt:lpstr>PowerPoint Presentation</vt:lpstr>
      <vt:lpstr>Data Construction </vt:lpstr>
      <vt:lpstr>Data Construction  </vt:lpstr>
      <vt:lpstr>Data Construction </vt:lpstr>
      <vt:lpstr>“Proposed” Methods</vt:lpstr>
      <vt:lpstr>Research Design</vt:lpstr>
      <vt:lpstr>Matching Strategy</vt:lpstr>
      <vt:lpstr>Matching method</vt:lpstr>
      <vt:lpstr>Construction of the Donor Pool</vt:lpstr>
      <vt:lpstr>Final Analysis Dataset</vt:lpstr>
      <vt:lpstr>Estimation Framework</vt:lpstr>
      <vt:lpstr>Estimation Approaches</vt:lpstr>
      <vt:lpstr>Doubly Robust Estimator</vt:lpstr>
      <vt:lpstr>Econometric Models </vt:lpstr>
      <vt:lpstr>Causal pipeline </vt:lpstr>
      <vt:lpstr>All data and code are available open access on GitHub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Alkhatib, Ahmad</dc:creator>
  <cp:lastModifiedBy>Alkhatib, Ahmad</cp:lastModifiedBy>
  <cp:revision>1</cp:revision>
  <dcterms:created xsi:type="dcterms:W3CDTF">2026-03-18T09:59:18Z</dcterms:created>
  <dcterms:modified xsi:type="dcterms:W3CDTF">2026-03-18T16:32:58Z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0x010100A04BBFDCE9C65C45B257CD4C89E0CC4C</vt:lpwstr>
  </property>
  <property fmtid="{D5CDD505-2E9C-101B-9397-08002B2CF9AE}" pid="3" name="MediaServiceImageTags">
    <vt:lpwstr/>
  </property>
</Properties>
</file>